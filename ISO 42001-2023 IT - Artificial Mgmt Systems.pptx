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56" r:id="rId5"/>
    <p:sldId id="262" r:id="rId6"/>
    <p:sldId id="306" r:id="rId7"/>
    <p:sldId id="307" r:id="rId8"/>
    <p:sldId id="319" r:id="rId9"/>
    <p:sldId id="264" r:id="rId10"/>
    <p:sldId id="301" r:id="rId11"/>
    <p:sldId id="263" r:id="rId12"/>
    <p:sldId id="308" r:id="rId13"/>
    <p:sldId id="265" r:id="rId14"/>
    <p:sldId id="309" r:id="rId15"/>
    <p:sldId id="304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20" r:id="rId26"/>
    <p:sldId id="260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51C94B-9105-4179-8E89-F41515B2E2F4}" v="24" dt="2025-05-01T10:38:25.55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preet Singh" userId="37651d97-1cf3-4c04-a2cb-781877ba4112" providerId="ADAL" clId="{1C51C94B-9105-4179-8E89-F41515B2E2F4}"/>
    <pc:docChg chg="custSel addSld delSld modSld">
      <pc:chgData name="Harpreet Singh" userId="37651d97-1cf3-4c04-a2cb-781877ba4112" providerId="ADAL" clId="{1C51C94B-9105-4179-8E89-F41515B2E2F4}" dt="2025-05-01T10:39:15.982" v="35" actId="47"/>
      <pc:docMkLst>
        <pc:docMk/>
      </pc:docMkLst>
      <pc:sldChg chg="addSp delSp modSp add mod">
        <pc:chgData name="Harpreet Singh" userId="37651d97-1cf3-4c04-a2cb-781877ba4112" providerId="ADAL" clId="{1C51C94B-9105-4179-8E89-F41515B2E2F4}" dt="2025-05-01T10:38:46.797" v="32" actId="1076"/>
        <pc:sldMkLst>
          <pc:docMk/>
          <pc:sldMk cId="1361268850" sldId="320"/>
        </pc:sldMkLst>
        <pc:spChg chg="mod">
          <ac:chgData name="Harpreet Singh" userId="37651d97-1cf3-4c04-a2cb-781877ba4112" providerId="ADAL" clId="{1C51C94B-9105-4179-8E89-F41515B2E2F4}" dt="2025-05-01T10:38:25.558" v="26" actId="20577"/>
          <ac:spMkLst>
            <pc:docMk/>
            <pc:sldMk cId="1361268850" sldId="320"/>
            <ac:spMk id="3" creationId="{77E90B1A-C876-4488-3778-41AE49195F23}"/>
          </ac:spMkLst>
        </pc:spChg>
        <pc:picChg chg="add mod">
          <ac:chgData name="Harpreet Singh" userId="37651d97-1cf3-4c04-a2cb-781877ba4112" providerId="ADAL" clId="{1C51C94B-9105-4179-8E89-F41515B2E2F4}" dt="2025-05-01T10:38:46.797" v="32" actId="1076"/>
          <ac:picMkLst>
            <pc:docMk/>
            <pc:sldMk cId="1361268850" sldId="320"/>
            <ac:picMk id="5" creationId="{4CE32C0F-0788-91B6-9D79-E9F648ED290F}"/>
          </ac:picMkLst>
        </pc:picChg>
        <pc:picChg chg="del">
          <ac:chgData name="Harpreet Singh" userId="37651d97-1cf3-4c04-a2cb-781877ba4112" providerId="ADAL" clId="{1C51C94B-9105-4179-8E89-F41515B2E2F4}" dt="2025-05-01T10:38:13.991" v="1" actId="478"/>
          <ac:picMkLst>
            <pc:docMk/>
            <pc:sldMk cId="1361268850" sldId="320"/>
            <ac:picMk id="6" creationId="{101EAFEA-66CD-9DA8-84F7-073ED61BB45C}"/>
          </ac:picMkLst>
        </pc:picChg>
        <pc:picChg chg="del">
          <ac:chgData name="Harpreet Singh" userId="37651d97-1cf3-4c04-a2cb-781877ba4112" providerId="ADAL" clId="{1C51C94B-9105-4179-8E89-F41515B2E2F4}" dt="2025-05-01T10:38:15.754" v="2" actId="478"/>
          <ac:picMkLst>
            <pc:docMk/>
            <pc:sldMk cId="1361268850" sldId="320"/>
            <ac:picMk id="8" creationId="{52670B19-5BAE-0A60-FACB-AD2BDF210AE8}"/>
          </ac:picMkLst>
        </pc:picChg>
      </pc:sldChg>
      <pc:sldChg chg="delSp add del mod">
        <pc:chgData name="Harpreet Singh" userId="37651d97-1cf3-4c04-a2cb-781877ba4112" providerId="ADAL" clId="{1C51C94B-9105-4179-8E89-F41515B2E2F4}" dt="2025-05-01T10:39:15.982" v="35" actId="47"/>
        <pc:sldMkLst>
          <pc:docMk/>
          <pc:sldMk cId="3587262339" sldId="321"/>
        </pc:sldMkLst>
        <pc:picChg chg="del">
          <ac:chgData name="Harpreet Singh" userId="37651d97-1cf3-4c04-a2cb-781877ba4112" providerId="ADAL" clId="{1C51C94B-9105-4179-8E89-F41515B2E2F4}" dt="2025-05-01T10:38:51.691" v="34" actId="478"/>
          <ac:picMkLst>
            <pc:docMk/>
            <pc:sldMk cId="3587262339" sldId="321"/>
            <ac:picMk id="5" creationId="{13F81CEB-04F3-AE47-2835-CC94DA7DFC5E}"/>
          </ac:picMkLst>
        </pc:picChg>
      </pc:sldChg>
    </pc:docChg>
  </pc:docChgLst>
  <pc:docChgLst>
    <pc:chgData name="Harpreet Singh" userId="37651d97-1cf3-4c04-a2cb-781877ba4112" providerId="ADAL" clId="{06E493CA-CE94-4554-8DF6-466E6E8ADAD4}"/>
    <pc:docChg chg="undo custSel addSld delSld modSld sldOrd">
      <pc:chgData name="Harpreet Singh" userId="37651d97-1cf3-4c04-a2cb-781877ba4112" providerId="ADAL" clId="{06E493CA-CE94-4554-8DF6-466E6E8ADAD4}" dt="2025-01-30T16:32:12.454" v="1576" actId="1076"/>
      <pc:docMkLst>
        <pc:docMk/>
      </pc:docMkLst>
      <pc:sldChg chg="addSp delSp modSp mod">
        <pc:chgData name="Harpreet Singh" userId="37651d97-1cf3-4c04-a2cb-781877ba4112" providerId="ADAL" clId="{06E493CA-CE94-4554-8DF6-466E6E8ADAD4}" dt="2025-01-30T09:14:17.942" v="213" actId="1076"/>
        <pc:sldMkLst>
          <pc:docMk/>
          <pc:sldMk cId="0" sldId="256"/>
        </pc:sldMkLst>
      </pc:sldChg>
      <pc:sldChg chg="addSp delSp modSp mod ord">
        <pc:chgData name="Harpreet Singh" userId="37651d97-1cf3-4c04-a2cb-781877ba4112" providerId="ADAL" clId="{06E493CA-CE94-4554-8DF6-466E6E8ADAD4}" dt="2025-01-30T15:45:06.256" v="1411"/>
        <pc:sldMkLst>
          <pc:docMk/>
          <pc:sldMk cId="0" sldId="260"/>
        </pc:sldMkLst>
      </pc:sldChg>
      <pc:sldChg chg="addSp delSp modSp mod">
        <pc:chgData name="Harpreet Singh" userId="37651d97-1cf3-4c04-a2cb-781877ba4112" providerId="ADAL" clId="{06E493CA-CE94-4554-8DF6-466E6E8ADAD4}" dt="2025-01-30T08:57:38.011" v="156" actId="115"/>
        <pc:sldMkLst>
          <pc:docMk/>
          <pc:sldMk cId="714765595" sldId="262"/>
        </pc:sldMkLst>
      </pc:sldChg>
      <pc:sldChg chg="addSp delSp modSp mod">
        <pc:chgData name="Harpreet Singh" userId="37651d97-1cf3-4c04-a2cb-781877ba4112" providerId="ADAL" clId="{06E493CA-CE94-4554-8DF6-466E6E8ADAD4}" dt="2025-01-30T09:20:53.869" v="276" actId="1076"/>
        <pc:sldMkLst>
          <pc:docMk/>
          <pc:sldMk cId="3346699476" sldId="263"/>
        </pc:sldMkLst>
      </pc:sldChg>
      <pc:sldChg chg="addSp delSp modSp mod">
        <pc:chgData name="Harpreet Singh" userId="37651d97-1cf3-4c04-a2cb-781877ba4112" providerId="ADAL" clId="{06E493CA-CE94-4554-8DF6-466E6E8ADAD4}" dt="2025-01-30T09:16:18.489" v="216" actId="1076"/>
        <pc:sldMkLst>
          <pc:docMk/>
          <pc:sldMk cId="2307422162" sldId="264"/>
        </pc:sldMkLst>
      </pc:sldChg>
      <pc:sldChg chg="addSp delSp modSp mod ord">
        <pc:chgData name="Harpreet Singh" userId="37651d97-1cf3-4c04-a2cb-781877ba4112" providerId="ADAL" clId="{06E493CA-CE94-4554-8DF6-466E6E8ADAD4}" dt="2025-01-30T14:59:45.073" v="633" actId="20577"/>
        <pc:sldMkLst>
          <pc:docMk/>
          <pc:sldMk cId="1383045722" sldId="265"/>
        </pc:sldMkLst>
      </pc:sldChg>
      <pc:sldChg chg="del">
        <pc:chgData name="Harpreet Singh" userId="37651d97-1cf3-4c04-a2cb-781877ba4112" providerId="ADAL" clId="{06E493CA-CE94-4554-8DF6-466E6E8ADAD4}" dt="2025-01-30T10:17:26.760" v="415" actId="47"/>
        <pc:sldMkLst>
          <pc:docMk/>
          <pc:sldMk cId="3638687093" sldId="266"/>
        </pc:sldMkLst>
      </pc:sldChg>
      <pc:sldChg chg="delSp add del setBg delDesignElem">
        <pc:chgData name="Harpreet Singh" userId="37651d97-1cf3-4c04-a2cb-781877ba4112" providerId="ADAL" clId="{06E493CA-CE94-4554-8DF6-466E6E8ADAD4}" dt="2025-01-30T15:45:33.227" v="1412" actId="47"/>
        <pc:sldMkLst>
          <pc:docMk/>
          <pc:sldMk cId="4026721061" sldId="267"/>
        </pc:sldMkLst>
      </pc:sldChg>
      <pc:sldChg chg="del">
        <pc:chgData name="Harpreet Singh" userId="37651d97-1cf3-4c04-a2cb-781877ba4112" providerId="ADAL" clId="{06E493CA-CE94-4554-8DF6-466E6E8ADAD4}" dt="2025-01-30T10:17:36.643" v="421" actId="47"/>
        <pc:sldMkLst>
          <pc:docMk/>
          <pc:sldMk cId="855701577" sldId="268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1396261366" sldId="269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513345233" sldId="270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620020911" sldId="271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167262348" sldId="272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701465758" sldId="273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81161594" sldId="274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821821256" sldId="275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938655409" sldId="276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827979477" sldId="277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010532652" sldId="278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616219667" sldId="279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973261333" sldId="281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163369150" sldId="282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980859761" sldId="283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116394500" sldId="284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559111436" sldId="285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950059832" sldId="286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612561616" sldId="287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1056425557" sldId="288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978234709" sldId="289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1137573123" sldId="290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866389390" sldId="291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3066578508" sldId="292"/>
        </pc:sldMkLst>
      </pc:sldChg>
      <pc:sldChg chg="del">
        <pc:chgData name="Harpreet Singh" userId="37651d97-1cf3-4c04-a2cb-781877ba4112" providerId="ADAL" clId="{06E493CA-CE94-4554-8DF6-466E6E8ADAD4}" dt="2025-01-30T10:17:28.598" v="416" actId="47"/>
        <pc:sldMkLst>
          <pc:docMk/>
          <pc:sldMk cId="88271035" sldId="293"/>
        </pc:sldMkLst>
      </pc:sldChg>
      <pc:sldChg chg="del">
        <pc:chgData name="Harpreet Singh" userId="37651d97-1cf3-4c04-a2cb-781877ba4112" providerId="ADAL" clId="{06E493CA-CE94-4554-8DF6-466E6E8ADAD4}" dt="2025-01-30T10:17:29.167" v="417" actId="47"/>
        <pc:sldMkLst>
          <pc:docMk/>
          <pc:sldMk cId="3794360153" sldId="294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253168490" sldId="296"/>
        </pc:sldMkLst>
      </pc:sldChg>
      <pc:sldChg chg="del">
        <pc:chgData name="Harpreet Singh" userId="37651d97-1cf3-4c04-a2cb-781877ba4112" providerId="ADAL" clId="{06E493CA-CE94-4554-8DF6-466E6E8ADAD4}" dt="2025-01-30T10:17:31.771" v="418" actId="47"/>
        <pc:sldMkLst>
          <pc:docMk/>
          <pc:sldMk cId="1340820446" sldId="297"/>
        </pc:sldMkLst>
      </pc:sldChg>
      <pc:sldChg chg="del">
        <pc:chgData name="Harpreet Singh" userId="37651d97-1cf3-4c04-a2cb-781877ba4112" providerId="ADAL" clId="{06E493CA-CE94-4554-8DF6-466E6E8ADAD4}" dt="2025-01-30T10:17:33.019" v="419" actId="47"/>
        <pc:sldMkLst>
          <pc:docMk/>
          <pc:sldMk cId="2262601708" sldId="298"/>
        </pc:sldMkLst>
      </pc:sldChg>
      <pc:sldChg chg="del">
        <pc:chgData name="Harpreet Singh" userId="37651d97-1cf3-4c04-a2cb-781877ba4112" providerId="ADAL" clId="{06E493CA-CE94-4554-8DF6-466E6E8ADAD4}" dt="2025-01-30T10:17:33.857" v="420" actId="47"/>
        <pc:sldMkLst>
          <pc:docMk/>
          <pc:sldMk cId="1155659193" sldId="299"/>
        </pc:sldMkLst>
      </pc:sldChg>
      <pc:sldChg chg="del">
        <pc:chgData name="Harpreet Singh" userId="37651d97-1cf3-4c04-a2cb-781877ba4112" providerId="ADAL" clId="{06E493CA-CE94-4554-8DF6-466E6E8ADAD4}" dt="2025-01-09T09:42:24.274" v="21" actId="47"/>
        <pc:sldMkLst>
          <pc:docMk/>
          <pc:sldMk cId="1716275401" sldId="300"/>
        </pc:sldMkLst>
      </pc:sldChg>
      <pc:sldChg chg="addSp delSp modSp mod ord modAnim">
        <pc:chgData name="Harpreet Singh" userId="37651d97-1cf3-4c04-a2cb-781877ba4112" providerId="ADAL" clId="{06E493CA-CE94-4554-8DF6-466E6E8ADAD4}" dt="2025-01-30T15:42:50.441" v="1406" actId="692"/>
        <pc:sldMkLst>
          <pc:docMk/>
          <pc:sldMk cId="3146240745" sldId="301"/>
        </pc:sldMkLst>
      </pc:sldChg>
      <pc:sldChg chg="del">
        <pc:chgData name="Harpreet Singh" userId="37651d97-1cf3-4c04-a2cb-781877ba4112" providerId="ADAL" clId="{06E493CA-CE94-4554-8DF6-466E6E8ADAD4}" dt="2025-01-30T10:16:34.244" v="407" actId="47"/>
        <pc:sldMkLst>
          <pc:docMk/>
          <pc:sldMk cId="4179123498" sldId="302"/>
        </pc:sldMkLst>
      </pc:sldChg>
      <pc:sldChg chg="del">
        <pc:chgData name="Harpreet Singh" userId="37651d97-1cf3-4c04-a2cb-781877ba4112" providerId="ADAL" clId="{06E493CA-CE94-4554-8DF6-466E6E8ADAD4}" dt="2025-01-30T10:16:38.380" v="408" actId="47"/>
        <pc:sldMkLst>
          <pc:docMk/>
          <pc:sldMk cId="2250205987" sldId="303"/>
        </pc:sldMkLst>
      </pc:sldChg>
      <pc:sldChg chg="del">
        <pc:chgData name="Harpreet Singh" userId="37651d97-1cf3-4c04-a2cb-781877ba4112" providerId="ADAL" clId="{06E493CA-CE94-4554-8DF6-466E6E8ADAD4}" dt="2025-01-30T10:16:40.076" v="409" actId="47"/>
        <pc:sldMkLst>
          <pc:docMk/>
          <pc:sldMk cId="444083407" sldId="305"/>
        </pc:sldMkLst>
      </pc:sldChg>
      <pc:sldChg chg="addSp delSp modSp add mod">
        <pc:chgData name="Harpreet Singh" userId="37651d97-1cf3-4c04-a2cb-781877ba4112" providerId="ADAL" clId="{06E493CA-CE94-4554-8DF6-466E6E8ADAD4}" dt="2025-01-30T08:57:10.148" v="132" actId="20577"/>
        <pc:sldMkLst>
          <pc:docMk/>
          <pc:sldMk cId="222835618" sldId="306"/>
        </pc:sldMkLst>
      </pc:sldChg>
      <pc:sldChg chg="addSp delSp modSp add mod delAnim modAnim">
        <pc:chgData name="Harpreet Singh" userId="37651d97-1cf3-4c04-a2cb-781877ba4112" providerId="ADAL" clId="{06E493CA-CE94-4554-8DF6-466E6E8ADAD4}" dt="2025-01-30T16:32:12.454" v="1576" actId="1076"/>
        <pc:sldMkLst>
          <pc:docMk/>
          <pc:sldMk cId="2085711788" sldId="307"/>
        </pc:sldMkLst>
      </pc:sldChg>
      <pc:sldChg chg="add">
        <pc:chgData name="Harpreet Singh" userId="37651d97-1cf3-4c04-a2cb-781877ba4112" providerId="ADAL" clId="{06E493CA-CE94-4554-8DF6-466E6E8ADAD4}" dt="2025-01-30T10:35:16.931" v="454" actId="2890"/>
        <pc:sldMkLst>
          <pc:docMk/>
          <pc:sldMk cId="1080693571" sldId="308"/>
        </pc:sldMkLst>
      </pc:sldChg>
      <pc:sldChg chg="addSp delSp modSp add mod">
        <pc:chgData name="Harpreet Singh" userId="37651d97-1cf3-4c04-a2cb-781877ba4112" providerId="ADAL" clId="{06E493CA-CE94-4554-8DF6-466E6E8ADAD4}" dt="2025-01-30T10:40:38.764" v="544"/>
        <pc:sldMkLst>
          <pc:docMk/>
          <pc:sldMk cId="3952440105" sldId="309"/>
        </pc:sldMkLst>
      </pc:sldChg>
      <pc:sldChg chg="add del">
        <pc:chgData name="Harpreet Singh" userId="37651d97-1cf3-4c04-a2cb-781877ba4112" providerId="ADAL" clId="{06E493CA-CE94-4554-8DF6-466E6E8ADAD4}" dt="2025-01-30T15:43:05.989" v="1407" actId="47"/>
        <pc:sldMkLst>
          <pc:docMk/>
          <pc:sldMk cId="1757635012" sldId="310"/>
        </pc:sldMkLst>
      </pc:sldChg>
      <pc:sldChg chg="addSp delSp add del setBg delDesignElem">
        <pc:chgData name="Harpreet Singh" userId="37651d97-1cf3-4c04-a2cb-781877ba4112" providerId="ADAL" clId="{06E493CA-CE94-4554-8DF6-466E6E8ADAD4}" dt="2025-01-30T15:59:47.378" v="1415"/>
        <pc:sldMkLst>
          <pc:docMk/>
          <pc:sldMk cId="3856134565" sldId="310"/>
        </pc:sldMkLst>
      </pc:sldChg>
      <pc:sldChg chg="addSp delSp modSp add mod ord">
        <pc:chgData name="Harpreet Singh" userId="37651d97-1cf3-4c04-a2cb-781877ba4112" providerId="ADAL" clId="{06E493CA-CE94-4554-8DF6-466E6E8ADAD4}" dt="2025-01-30T16:03:39.249" v="1460" actId="1076"/>
        <pc:sldMkLst>
          <pc:docMk/>
          <pc:sldMk cId="4105269481" sldId="310"/>
        </pc:sldMkLst>
      </pc:sldChg>
      <pc:sldChg chg="addSp delSp modSp add mod">
        <pc:chgData name="Harpreet Singh" userId="37651d97-1cf3-4c04-a2cb-781877ba4112" providerId="ADAL" clId="{06E493CA-CE94-4554-8DF6-466E6E8ADAD4}" dt="2025-01-30T16:04:24.340" v="1466" actId="1076"/>
        <pc:sldMkLst>
          <pc:docMk/>
          <pc:sldMk cId="2997636341" sldId="311"/>
        </pc:sldMkLst>
      </pc:sldChg>
      <pc:sldChg chg="addSp delSp modSp add mod">
        <pc:chgData name="Harpreet Singh" userId="37651d97-1cf3-4c04-a2cb-781877ba4112" providerId="ADAL" clId="{06E493CA-CE94-4554-8DF6-466E6E8ADAD4}" dt="2025-01-30T16:05:13.573" v="1473" actId="1076"/>
        <pc:sldMkLst>
          <pc:docMk/>
          <pc:sldMk cId="346069361" sldId="312"/>
        </pc:sldMkLst>
      </pc:sldChg>
      <pc:sldChg chg="addSp delSp modSp add mod">
        <pc:chgData name="Harpreet Singh" userId="37651d97-1cf3-4c04-a2cb-781877ba4112" providerId="ADAL" clId="{06E493CA-CE94-4554-8DF6-466E6E8ADAD4}" dt="2025-01-30T16:06:05.605" v="1479" actId="1076"/>
        <pc:sldMkLst>
          <pc:docMk/>
          <pc:sldMk cId="1364213108" sldId="313"/>
        </pc:sldMkLst>
      </pc:sldChg>
      <pc:sldChg chg="addSp delSp modSp add mod">
        <pc:chgData name="Harpreet Singh" userId="37651d97-1cf3-4c04-a2cb-781877ba4112" providerId="ADAL" clId="{06E493CA-CE94-4554-8DF6-466E6E8ADAD4}" dt="2025-01-30T16:06:57.498" v="1485" actId="1076"/>
        <pc:sldMkLst>
          <pc:docMk/>
          <pc:sldMk cId="3176864317" sldId="314"/>
        </pc:sldMkLst>
      </pc:sldChg>
      <pc:sldChg chg="addSp delSp modSp add mod">
        <pc:chgData name="Harpreet Singh" userId="37651d97-1cf3-4c04-a2cb-781877ba4112" providerId="ADAL" clId="{06E493CA-CE94-4554-8DF6-466E6E8ADAD4}" dt="2025-01-30T16:12:51.998" v="1533" actId="1076"/>
        <pc:sldMkLst>
          <pc:docMk/>
          <pc:sldMk cId="2483078168" sldId="315"/>
        </pc:sldMkLst>
      </pc:sldChg>
      <pc:sldChg chg="addSp delSp modSp add mod">
        <pc:chgData name="Harpreet Singh" userId="37651d97-1cf3-4c04-a2cb-781877ba4112" providerId="ADAL" clId="{06E493CA-CE94-4554-8DF6-466E6E8ADAD4}" dt="2025-01-30T16:13:58.742" v="1540" actId="1076"/>
        <pc:sldMkLst>
          <pc:docMk/>
          <pc:sldMk cId="2412646764" sldId="316"/>
        </pc:sldMkLst>
      </pc:sldChg>
      <pc:sldChg chg="addSp delSp modSp add mod">
        <pc:chgData name="Harpreet Singh" userId="37651d97-1cf3-4c04-a2cb-781877ba4112" providerId="ADAL" clId="{06E493CA-CE94-4554-8DF6-466E6E8ADAD4}" dt="2025-01-30T16:15:42.341" v="1551" actId="14100"/>
        <pc:sldMkLst>
          <pc:docMk/>
          <pc:sldMk cId="260379501" sldId="317"/>
        </pc:sldMkLst>
      </pc:sldChg>
      <pc:sldChg chg="addSp delSp modSp add mod">
        <pc:chgData name="Harpreet Singh" userId="37651d97-1cf3-4c04-a2cb-781877ba4112" providerId="ADAL" clId="{06E493CA-CE94-4554-8DF6-466E6E8ADAD4}" dt="2025-01-30T16:17:30.494" v="1564" actId="1076"/>
        <pc:sldMkLst>
          <pc:docMk/>
          <pc:sldMk cId="3116199060" sldId="318"/>
        </pc:sldMkLst>
      </pc:sldChg>
      <pc:sldChg chg="add">
        <pc:chgData name="Harpreet Singh" userId="37651d97-1cf3-4c04-a2cb-781877ba4112" providerId="ADAL" clId="{06E493CA-CE94-4554-8DF6-466E6E8ADAD4}" dt="2025-01-30T16:29:52.954" v="1565" actId="2890"/>
        <pc:sldMkLst>
          <pc:docMk/>
          <pc:sldMk cId="2481090415" sldId="31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218017-0626-4529-9705-C7F96C9BB09F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4A3CF1B-2637-4407-984C-C27012269D70}">
      <dgm:prSet phldrT="[Text]" custT="1"/>
      <dgm:spPr/>
      <dgm:t>
        <a:bodyPr/>
        <a:lstStyle/>
        <a:p>
          <a:r>
            <a:rPr lang="en-US" sz="1000" dirty="0"/>
            <a:t>Getting acquainted with ISO 42001:2023</a:t>
          </a:r>
        </a:p>
        <a:p>
          <a:r>
            <a:rPr lang="en-IN" sz="1000" dirty="0"/>
            <a:t>- What it does</a:t>
          </a:r>
        </a:p>
        <a:p>
          <a:r>
            <a:rPr lang="en-IN" sz="1000" dirty="0"/>
            <a:t>- How it helps the Organization</a:t>
          </a:r>
        </a:p>
      </dgm:t>
    </dgm:pt>
    <dgm:pt modelId="{135C7EEF-1384-448D-B236-FB0197EBBFDA}" type="parTrans" cxnId="{34C01A46-AED3-4913-AA19-1C9B62759C60}">
      <dgm:prSet/>
      <dgm:spPr/>
      <dgm:t>
        <a:bodyPr/>
        <a:lstStyle/>
        <a:p>
          <a:endParaRPr lang="en-IN"/>
        </a:p>
      </dgm:t>
    </dgm:pt>
    <dgm:pt modelId="{8EEEB188-4A63-4733-9D17-3B3E18EF6942}" type="sibTrans" cxnId="{34C01A46-AED3-4913-AA19-1C9B62759C60}">
      <dgm:prSet/>
      <dgm:spPr/>
      <dgm:t>
        <a:bodyPr/>
        <a:lstStyle/>
        <a:p>
          <a:endParaRPr lang="en-IN"/>
        </a:p>
      </dgm:t>
    </dgm:pt>
    <dgm:pt modelId="{9A5586F6-79E2-4BB9-B0F1-0536206656E0}">
      <dgm:prSet phldrT="[Text]"/>
      <dgm:spPr/>
      <dgm:t>
        <a:bodyPr/>
        <a:lstStyle/>
        <a:p>
          <a:r>
            <a:rPr lang="en-US" dirty="0"/>
            <a:t>- Determine Organizational requirements on Scope</a:t>
          </a:r>
          <a:endParaRPr lang="en-IN" dirty="0"/>
        </a:p>
      </dgm:t>
    </dgm:pt>
    <dgm:pt modelId="{11A843F5-E163-4CE1-A629-95CF7318B1D7}" type="parTrans" cxnId="{36767AAA-6119-470B-8232-58FB91277AFC}">
      <dgm:prSet/>
      <dgm:spPr/>
      <dgm:t>
        <a:bodyPr/>
        <a:lstStyle/>
        <a:p>
          <a:endParaRPr lang="en-IN"/>
        </a:p>
      </dgm:t>
    </dgm:pt>
    <dgm:pt modelId="{124C9780-D6E3-407E-A981-C9807859D318}" type="sibTrans" cxnId="{36767AAA-6119-470B-8232-58FB91277AFC}">
      <dgm:prSet/>
      <dgm:spPr/>
      <dgm:t>
        <a:bodyPr/>
        <a:lstStyle/>
        <a:p>
          <a:endParaRPr lang="en-IN"/>
        </a:p>
      </dgm:t>
    </dgm:pt>
    <dgm:pt modelId="{68EBE343-6A74-49CC-9E72-2BF52CE385C3}">
      <dgm:prSet phldrT="[Text]"/>
      <dgm:spPr/>
      <dgm:t>
        <a:bodyPr/>
        <a:lstStyle/>
        <a:p>
          <a:r>
            <a:rPr lang="en-US" dirty="0"/>
            <a:t>ISO 42001:2023 Clauses</a:t>
          </a:r>
          <a:endParaRPr lang="en-IN" dirty="0"/>
        </a:p>
      </dgm:t>
    </dgm:pt>
    <dgm:pt modelId="{F3960BB9-8D7D-4117-8B9B-1C301D80DB69}" type="parTrans" cxnId="{104CC2D3-9587-4D6B-8FDC-F76CE55AB8C5}">
      <dgm:prSet/>
      <dgm:spPr/>
      <dgm:t>
        <a:bodyPr/>
        <a:lstStyle/>
        <a:p>
          <a:endParaRPr lang="en-IN"/>
        </a:p>
      </dgm:t>
    </dgm:pt>
    <dgm:pt modelId="{751A3626-E6C9-40C8-ADED-9EF8E7EB243B}" type="sibTrans" cxnId="{104CC2D3-9587-4D6B-8FDC-F76CE55AB8C5}">
      <dgm:prSet/>
      <dgm:spPr/>
      <dgm:t>
        <a:bodyPr/>
        <a:lstStyle/>
        <a:p>
          <a:endParaRPr lang="en-IN"/>
        </a:p>
      </dgm:t>
    </dgm:pt>
    <dgm:pt modelId="{55B489ED-D5BD-4583-BFDB-DEED48A0DC69}">
      <dgm:prSet phldrT="[Text]"/>
      <dgm:spPr/>
      <dgm:t>
        <a:bodyPr/>
        <a:lstStyle/>
        <a:p>
          <a:r>
            <a:rPr lang="en-US" dirty="0"/>
            <a:t>ISO 42001:2023 Controls</a:t>
          </a:r>
          <a:endParaRPr lang="en-IN" dirty="0"/>
        </a:p>
      </dgm:t>
    </dgm:pt>
    <dgm:pt modelId="{CD838E42-2188-4A65-84AE-3166B4D5DC70}" type="parTrans" cxnId="{DCE50125-D53D-4074-A057-7F4D0D9FA139}">
      <dgm:prSet/>
      <dgm:spPr/>
      <dgm:t>
        <a:bodyPr/>
        <a:lstStyle/>
        <a:p>
          <a:endParaRPr lang="en-IN"/>
        </a:p>
      </dgm:t>
    </dgm:pt>
    <dgm:pt modelId="{08C1CF50-40D8-4D88-BF91-86AF87CB3F93}" type="sibTrans" cxnId="{DCE50125-D53D-4074-A057-7F4D0D9FA139}">
      <dgm:prSet/>
      <dgm:spPr/>
      <dgm:t>
        <a:bodyPr/>
        <a:lstStyle/>
        <a:p>
          <a:endParaRPr lang="en-IN"/>
        </a:p>
      </dgm:t>
    </dgm:pt>
    <dgm:pt modelId="{F3BACCFA-570E-46E1-B7D9-03B76188CAF9}">
      <dgm:prSet phldrT="[Text]"/>
      <dgm:spPr/>
      <dgm:t>
        <a:bodyPr/>
        <a:lstStyle/>
        <a:p>
          <a:r>
            <a:rPr lang="en-US" dirty="0"/>
            <a:t>- Invoke the Statement of Applicability</a:t>
          </a:r>
          <a:endParaRPr lang="en-IN" dirty="0"/>
        </a:p>
      </dgm:t>
    </dgm:pt>
    <dgm:pt modelId="{DCE29703-40F4-4775-ACCD-FAD65BC0DE03}" type="parTrans" cxnId="{B908E43F-F6C2-4EEA-82ED-11D7DD6793E8}">
      <dgm:prSet/>
      <dgm:spPr/>
      <dgm:t>
        <a:bodyPr/>
        <a:lstStyle/>
        <a:p>
          <a:endParaRPr lang="en-IN"/>
        </a:p>
      </dgm:t>
    </dgm:pt>
    <dgm:pt modelId="{856E4AD6-4705-4537-95A7-AA19222C662B}" type="sibTrans" cxnId="{B908E43F-F6C2-4EEA-82ED-11D7DD6793E8}">
      <dgm:prSet/>
      <dgm:spPr/>
      <dgm:t>
        <a:bodyPr/>
        <a:lstStyle/>
        <a:p>
          <a:endParaRPr lang="en-IN"/>
        </a:p>
      </dgm:t>
    </dgm:pt>
    <dgm:pt modelId="{0A410CA6-82D3-4651-B57D-66B466D34E04}">
      <dgm:prSet phldrT="[Text]"/>
      <dgm:spPr/>
      <dgm:t>
        <a:bodyPr/>
        <a:lstStyle/>
        <a:p>
          <a:r>
            <a:rPr lang="en-US" dirty="0"/>
            <a:t>Applicability of Annexure A, B, C, D</a:t>
          </a:r>
          <a:endParaRPr lang="en-IN" dirty="0"/>
        </a:p>
      </dgm:t>
    </dgm:pt>
    <dgm:pt modelId="{DB438993-691D-4FE7-A6EE-EA0E7261B34F}" type="parTrans" cxnId="{6470BF03-C8E4-4866-AF19-07D492CE1505}">
      <dgm:prSet/>
      <dgm:spPr/>
      <dgm:t>
        <a:bodyPr/>
        <a:lstStyle/>
        <a:p>
          <a:endParaRPr lang="en-IN"/>
        </a:p>
      </dgm:t>
    </dgm:pt>
    <dgm:pt modelId="{DF4348A4-33A3-452E-8E12-1B70CC3AC408}" type="sibTrans" cxnId="{6470BF03-C8E4-4866-AF19-07D492CE1505}">
      <dgm:prSet/>
      <dgm:spPr/>
      <dgm:t>
        <a:bodyPr/>
        <a:lstStyle/>
        <a:p>
          <a:endParaRPr lang="en-IN"/>
        </a:p>
      </dgm:t>
    </dgm:pt>
    <dgm:pt modelId="{3A8D9338-C15B-40C9-A8C3-6713EEF58DA9}">
      <dgm:prSet phldrT="[Tex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/>
            <a:t>Initial Discussion</a:t>
          </a:r>
          <a:endParaRPr lang="en-IN" b="1" u="sng" dirty="0"/>
        </a:p>
      </dgm:t>
    </dgm:pt>
    <dgm:pt modelId="{6B0848D6-9674-4688-B6CB-A4A26F6D82EB}" type="parTrans" cxnId="{7EF55E7C-B8F7-4735-A6F7-29B8FAE16B28}">
      <dgm:prSet/>
      <dgm:spPr/>
      <dgm:t>
        <a:bodyPr/>
        <a:lstStyle/>
        <a:p>
          <a:endParaRPr lang="en-IN"/>
        </a:p>
      </dgm:t>
    </dgm:pt>
    <dgm:pt modelId="{809AE6F8-58A9-4042-93F3-96216CC986E8}" type="sibTrans" cxnId="{7EF55E7C-B8F7-4735-A6F7-29B8FAE16B28}">
      <dgm:prSet/>
      <dgm:spPr/>
      <dgm:t>
        <a:bodyPr/>
        <a:lstStyle/>
        <a:p>
          <a:endParaRPr lang="en-IN"/>
        </a:p>
      </dgm:t>
    </dgm:pt>
    <dgm:pt modelId="{61591335-CB01-4349-843C-01A9E8E5183A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/>
            <a:t>Scope</a:t>
          </a:r>
          <a:endParaRPr lang="en-IN" b="1" u="sng" dirty="0"/>
        </a:p>
      </dgm:t>
    </dgm:pt>
    <dgm:pt modelId="{48662B50-7DE1-430A-8A96-BB8B84527A7C}" type="parTrans" cxnId="{E5FE0BB8-9AA5-44F8-B180-EBD319383C13}">
      <dgm:prSet/>
      <dgm:spPr/>
      <dgm:t>
        <a:bodyPr/>
        <a:lstStyle/>
        <a:p>
          <a:endParaRPr lang="en-IN"/>
        </a:p>
      </dgm:t>
    </dgm:pt>
    <dgm:pt modelId="{63240BCC-3F44-4BF5-A081-88D6AF260A38}" type="sibTrans" cxnId="{E5FE0BB8-9AA5-44F8-B180-EBD319383C13}">
      <dgm:prSet/>
      <dgm:spPr/>
      <dgm:t>
        <a:bodyPr/>
        <a:lstStyle/>
        <a:p>
          <a:endParaRPr lang="en-IN"/>
        </a:p>
      </dgm:t>
    </dgm:pt>
    <dgm:pt modelId="{7688EF50-67E9-4649-B51F-F1AC7B0C20A2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b="1" u="sng" dirty="0"/>
            <a:t>Attaining Implementation</a:t>
          </a:r>
          <a:endParaRPr lang="en-IN" b="1" u="sng" dirty="0"/>
        </a:p>
      </dgm:t>
    </dgm:pt>
    <dgm:pt modelId="{680FCE1B-E8E7-426C-BFCF-4F53D63E3490}" type="parTrans" cxnId="{2099D75F-7995-4AD2-A403-C282F18CC552}">
      <dgm:prSet/>
      <dgm:spPr/>
      <dgm:t>
        <a:bodyPr/>
        <a:lstStyle/>
        <a:p>
          <a:endParaRPr lang="en-IN"/>
        </a:p>
      </dgm:t>
    </dgm:pt>
    <dgm:pt modelId="{01972DDD-5439-4CFE-89ED-F72846B5FBBA}" type="sibTrans" cxnId="{2099D75F-7995-4AD2-A403-C282F18CC552}">
      <dgm:prSet/>
      <dgm:spPr/>
      <dgm:t>
        <a:bodyPr/>
        <a:lstStyle/>
        <a:p>
          <a:endParaRPr lang="en-IN"/>
        </a:p>
      </dgm:t>
    </dgm:pt>
    <dgm:pt modelId="{BE629A46-B5E3-4F19-B135-1C109F8418EB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b="1" u="sng" dirty="0"/>
            <a:t>Certification</a:t>
          </a:r>
          <a:endParaRPr lang="en-IN" b="1" u="sng" dirty="0"/>
        </a:p>
      </dgm:t>
    </dgm:pt>
    <dgm:pt modelId="{B9FC6BDA-0358-4A1A-B476-D3733A69BBFE}" type="parTrans" cxnId="{CB836345-3F88-4DF4-9B23-746E31D42D75}">
      <dgm:prSet/>
      <dgm:spPr/>
      <dgm:t>
        <a:bodyPr/>
        <a:lstStyle/>
        <a:p>
          <a:endParaRPr lang="en-IN"/>
        </a:p>
      </dgm:t>
    </dgm:pt>
    <dgm:pt modelId="{54DF3172-A2B5-49A6-B02E-2673794A9943}" type="sibTrans" cxnId="{CB836345-3F88-4DF4-9B23-746E31D42D75}">
      <dgm:prSet/>
      <dgm:spPr/>
      <dgm:t>
        <a:bodyPr/>
        <a:lstStyle/>
        <a:p>
          <a:endParaRPr lang="en-IN"/>
        </a:p>
      </dgm:t>
    </dgm:pt>
    <dgm:pt modelId="{69EE1DF2-BA59-4BD8-92AF-66B0B591D320}" type="pres">
      <dgm:prSet presAssocID="{3B218017-0626-4529-9705-C7F96C9BB09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34A69CE-DEFB-4242-8AD8-379695B77DF4}" type="pres">
      <dgm:prSet presAssocID="{3B218017-0626-4529-9705-C7F96C9BB09F}" presName="hierFlow" presStyleCnt="0"/>
      <dgm:spPr/>
    </dgm:pt>
    <dgm:pt modelId="{4C10CE24-81C1-4102-BD63-F3872E89D081}" type="pres">
      <dgm:prSet presAssocID="{3B218017-0626-4529-9705-C7F96C9BB09F}" presName="firstBuf" presStyleCnt="0"/>
      <dgm:spPr/>
    </dgm:pt>
    <dgm:pt modelId="{68D8B4C7-A8BB-44B3-96F5-E8704B6D0DE3}" type="pres">
      <dgm:prSet presAssocID="{3B218017-0626-4529-9705-C7F96C9BB09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EA92F2F-3100-4710-9329-EA2FB5A354AB}" type="pres">
      <dgm:prSet presAssocID="{34A3CF1B-2637-4407-984C-C27012269D70}" presName="Name17" presStyleCnt="0"/>
      <dgm:spPr/>
    </dgm:pt>
    <dgm:pt modelId="{27FC4C0F-19CB-4EF1-A3B8-DCA202A4490F}" type="pres">
      <dgm:prSet presAssocID="{34A3CF1B-2637-4407-984C-C27012269D70}" presName="level1Shape" presStyleLbl="node0" presStyleIdx="0" presStyleCnt="1" custScaleX="98034" custScaleY="152054">
        <dgm:presLayoutVars>
          <dgm:chPref val="3"/>
        </dgm:presLayoutVars>
      </dgm:prSet>
      <dgm:spPr/>
    </dgm:pt>
    <dgm:pt modelId="{BC989C49-67B7-4ECC-9CAC-9F68E88DFC41}" type="pres">
      <dgm:prSet presAssocID="{34A3CF1B-2637-4407-984C-C27012269D70}" presName="hierChild2" presStyleCnt="0"/>
      <dgm:spPr/>
    </dgm:pt>
    <dgm:pt modelId="{0AF7D3FC-0DC8-4AA2-B0AE-E3E1CB44858F}" type="pres">
      <dgm:prSet presAssocID="{11A843F5-E163-4CE1-A629-95CF7318B1D7}" presName="Name25" presStyleLbl="parChTrans1D2" presStyleIdx="0" presStyleCnt="2"/>
      <dgm:spPr/>
    </dgm:pt>
    <dgm:pt modelId="{46E02AEA-8BCA-446C-9D7E-B0B4095FCA2C}" type="pres">
      <dgm:prSet presAssocID="{11A843F5-E163-4CE1-A629-95CF7318B1D7}" presName="connTx" presStyleLbl="parChTrans1D2" presStyleIdx="0" presStyleCnt="2"/>
      <dgm:spPr/>
    </dgm:pt>
    <dgm:pt modelId="{12680FBD-3AA1-4FB3-BB31-024267EC39A9}" type="pres">
      <dgm:prSet presAssocID="{9A5586F6-79E2-4BB9-B0F1-0536206656E0}" presName="Name30" presStyleCnt="0"/>
      <dgm:spPr/>
    </dgm:pt>
    <dgm:pt modelId="{0AC11C72-8165-4E30-B624-3417DD71D85D}" type="pres">
      <dgm:prSet presAssocID="{9A5586F6-79E2-4BB9-B0F1-0536206656E0}" presName="level2Shape" presStyleLbl="node2" presStyleIdx="0" presStyleCnt="2" custScaleX="99068" custScaleY="123754"/>
      <dgm:spPr/>
    </dgm:pt>
    <dgm:pt modelId="{BE796E81-F187-499B-9282-59C325594038}" type="pres">
      <dgm:prSet presAssocID="{9A5586F6-79E2-4BB9-B0F1-0536206656E0}" presName="hierChild3" presStyleCnt="0"/>
      <dgm:spPr/>
    </dgm:pt>
    <dgm:pt modelId="{15E1A92D-A6EA-46F1-9592-C80DE2C54881}" type="pres">
      <dgm:prSet presAssocID="{F3960BB9-8D7D-4117-8B9B-1C301D80DB69}" presName="Name25" presStyleLbl="parChTrans1D3" presStyleIdx="0" presStyleCnt="3"/>
      <dgm:spPr/>
    </dgm:pt>
    <dgm:pt modelId="{F69811CF-485B-4BAA-8AB1-028A7C107886}" type="pres">
      <dgm:prSet presAssocID="{F3960BB9-8D7D-4117-8B9B-1C301D80DB69}" presName="connTx" presStyleLbl="parChTrans1D3" presStyleIdx="0" presStyleCnt="3"/>
      <dgm:spPr/>
    </dgm:pt>
    <dgm:pt modelId="{F57A6BE1-5540-4804-9B44-F7DDE2BA871D}" type="pres">
      <dgm:prSet presAssocID="{68EBE343-6A74-49CC-9E72-2BF52CE385C3}" presName="Name30" presStyleCnt="0"/>
      <dgm:spPr/>
    </dgm:pt>
    <dgm:pt modelId="{A2F81DAC-4DEF-4F57-9DD7-098F77A77883}" type="pres">
      <dgm:prSet presAssocID="{68EBE343-6A74-49CC-9E72-2BF52CE385C3}" presName="level2Shape" presStyleLbl="node3" presStyleIdx="0" presStyleCnt="3"/>
      <dgm:spPr/>
    </dgm:pt>
    <dgm:pt modelId="{6DA38652-5F2C-4932-AC75-ED3D1250BC3A}" type="pres">
      <dgm:prSet presAssocID="{68EBE343-6A74-49CC-9E72-2BF52CE385C3}" presName="hierChild3" presStyleCnt="0"/>
      <dgm:spPr/>
    </dgm:pt>
    <dgm:pt modelId="{7C27F9E2-EF40-41B1-B5BC-0709E36421CE}" type="pres">
      <dgm:prSet presAssocID="{CD838E42-2188-4A65-84AE-3166B4D5DC70}" presName="Name25" presStyleLbl="parChTrans1D3" presStyleIdx="1" presStyleCnt="3"/>
      <dgm:spPr/>
    </dgm:pt>
    <dgm:pt modelId="{F5D2F840-1FA3-4927-A039-BF75CDD42332}" type="pres">
      <dgm:prSet presAssocID="{CD838E42-2188-4A65-84AE-3166B4D5DC70}" presName="connTx" presStyleLbl="parChTrans1D3" presStyleIdx="1" presStyleCnt="3"/>
      <dgm:spPr/>
    </dgm:pt>
    <dgm:pt modelId="{497A0A35-A15A-4487-A960-8209BBC0F5D2}" type="pres">
      <dgm:prSet presAssocID="{55B489ED-D5BD-4583-BFDB-DEED48A0DC69}" presName="Name30" presStyleCnt="0"/>
      <dgm:spPr/>
    </dgm:pt>
    <dgm:pt modelId="{E0A19660-B91A-403E-A129-392C0C889916}" type="pres">
      <dgm:prSet presAssocID="{55B489ED-D5BD-4583-BFDB-DEED48A0DC69}" presName="level2Shape" presStyleLbl="node3" presStyleIdx="1" presStyleCnt="3"/>
      <dgm:spPr/>
    </dgm:pt>
    <dgm:pt modelId="{52F521C2-22C7-40CA-B4B8-71062F23A0BC}" type="pres">
      <dgm:prSet presAssocID="{55B489ED-D5BD-4583-BFDB-DEED48A0DC69}" presName="hierChild3" presStyleCnt="0"/>
      <dgm:spPr/>
    </dgm:pt>
    <dgm:pt modelId="{37139CDE-8D03-42FE-A003-D82A610FEDBA}" type="pres">
      <dgm:prSet presAssocID="{DCE29703-40F4-4775-ACCD-FAD65BC0DE03}" presName="Name25" presStyleLbl="parChTrans1D2" presStyleIdx="1" presStyleCnt="2"/>
      <dgm:spPr/>
    </dgm:pt>
    <dgm:pt modelId="{1E492987-4B99-4A73-B663-385503BC3AE8}" type="pres">
      <dgm:prSet presAssocID="{DCE29703-40F4-4775-ACCD-FAD65BC0DE03}" presName="connTx" presStyleLbl="parChTrans1D2" presStyleIdx="1" presStyleCnt="2"/>
      <dgm:spPr/>
    </dgm:pt>
    <dgm:pt modelId="{5D528D3D-D093-42A1-A62B-F3996137E26B}" type="pres">
      <dgm:prSet presAssocID="{F3BACCFA-570E-46E1-B7D9-03B76188CAF9}" presName="Name30" presStyleCnt="0"/>
      <dgm:spPr/>
    </dgm:pt>
    <dgm:pt modelId="{F58A2F00-65E4-4433-ADFA-145CB64183E3}" type="pres">
      <dgm:prSet presAssocID="{F3BACCFA-570E-46E1-B7D9-03B76188CAF9}" presName="level2Shape" presStyleLbl="node2" presStyleIdx="1" presStyleCnt="2"/>
      <dgm:spPr/>
    </dgm:pt>
    <dgm:pt modelId="{5B20C276-3EAA-400C-BCB3-4B89AF8EE402}" type="pres">
      <dgm:prSet presAssocID="{F3BACCFA-570E-46E1-B7D9-03B76188CAF9}" presName="hierChild3" presStyleCnt="0"/>
      <dgm:spPr/>
    </dgm:pt>
    <dgm:pt modelId="{D89A02D1-7507-461B-BE25-B12EBF13CA4B}" type="pres">
      <dgm:prSet presAssocID="{DB438993-691D-4FE7-A6EE-EA0E7261B34F}" presName="Name25" presStyleLbl="parChTrans1D3" presStyleIdx="2" presStyleCnt="3"/>
      <dgm:spPr/>
    </dgm:pt>
    <dgm:pt modelId="{A2D8DCA9-6126-4E2A-BAFA-8510F3F1B75F}" type="pres">
      <dgm:prSet presAssocID="{DB438993-691D-4FE7-A6EE-EA0E7261B34F}" presName="connTx" presStyleLbl="parChTrans1D3" presStyleIdx="2" presStyleCnt="3"/>
      <dgm:spPr/>
    </dgm:pt>
    <dgm:pt modelId="{1509B308-A25D-4035-85D6-E4B408FF429C}" type="pres">
      <dgm:prSet presAssocID="{0A410CA6-82D3-4651-B57D-66B466D34E04}" presName="Name30" presStyleCnt="0"/>
      <dgm:spPr/>
    </dgm:pt>
    <dgm:pt modelId="{C2929606-2DB0-4797-8646-A39294292E27}" type="pres">
      <dgm:prSet presAssocID="{0A410CA6-82D3-4651-B57D-66B466D34E04}" presName="level2Shape" presStyleLbl="node3" presStyleIdx="2" presStyleCnt="3"/>
      <dgm:spPr/>
    </dgm:pt>
    <dgm:pt modelId="{7F9243AA-3C70-430B-AFED-1C96667B934C}" type="pres">
      <dgm:prSet presAssocID="{0A410CA6-82D3-4651-B57D-66B466D34E04}" presName="hierChild3" presStyleCnt="0"/>
      <dgm:spPr/>
    </dgm:pt>
    <dgm:pt modelId="{33A10EBF-1138-473F-8A7B-F8EBC3E5C88F}" type="pres">
      <dgm:prSet presAssocID="{3B218017-0626-4529-9705-C7F96C9BB09F}" presName="bgShapesFlow" presStyleCnt="0"/>
      <dgm:spPr/>
    </dgm:pt>
    <dgm:pt modelId="{F00F2A64-CB08-408F-8C77-700111D664DC}" type="pres">
      <dgm:prSet presAssocID="{3A8D9338-C15B-40C9-A8C3-6713EEF58DA9}" presName="rectComp" presStyleCnt="0"/>
      <dgm:spPr/>
    </dgm:pt>
    <dgm:pt modelId="{82B73DB8-3B86-45E8-BCA4-B917A89C656A}" type="pres">
      <dgm:prSet presAssocID="{3A8D9338-C15B-40C9-A8C3-6713EEF58DA9}" presName="bgRect" presStyleLbl="bgShp" presStyleIdx="0" presStyleCnt="4"/>
      <dgm:spPr/>
    </dgm:pt>
    <dgm:pt modelId="{BAE039C8-963B-45DD-A573-B6D6863B3A65}" type="pres">
      <dgm:prSet presAssocID="{3A8D9338-C15B-40C9-A8C3-6713EEF58DA9}" presName="bgRectTx" presStyleLbl="bgShp" presStyleIdx="0" presStyleCnt="4">
        <dgm:presLayoutVars>
          <dgm:bulletEnabled val="1"/>
        </dgm:presLayoutVars>
      </dgm:prSet>
      <dgm:spPr/>
    </dgm:pt>
    <dgm:pt modelId="{DDE74CC3-056F-4580-8CC9-56782EB08012}" type="pres">
      <dgm:prSet presAssocID="{3A8D9338-C15B-40C9-A8C3-6713EEF58DA9}" presName="spComp" presStyleCnt="0"/>
      <dgm:spPr/>
    </dgm:pt>
    <dgm:pt modelId="{9AB6C150-D8B1-4FC2-A37F-E488F9A94198}" type="pres">
      <dgm:prSet presAssocID="{3A8D9338-C15B-40C9-A8C3-6713EEF58DA9}" presName="hSp" presStyleCnt="0"/>
      <dgm:spPr/>
    </dgm:pt>
    <dgm:pt modelId="{49F4856B-7F6F-465A-A72A-9D1E7534E3D9}" type="pres">
      <dgm:prSet presAssocID="{61591335-CB01-4349-843C-01A9E8E5183A}" presName="rectComp" presStyleCnt="0"/>
      <dgm:spPr/>
    </dgm:pt>
    <dgm:pt modelId="{881C801B-E104-42E9-BC9A-5E9BA6BCE0B3}" type="pres">
      <dgm:prSet presAssocID="{61591335-CB01-4349-843C-01A9E8E5183A}" presName="bgRect" presStyleLbl="bgShp" presStyleIdx="1" presStyleCnt="4"/>
      <dgm:spPr/>
    </dgm:pt>
    <dgm:pt modelId="{B0FE238B-C083-4A88-9F94-AF5CFEAE3F6B}" type="pres">
      <dgm:prSet presAssocID="{61591335-CB01-4349-843C-01A9E8E5183A}" presName="bgRectTx" presStyleLbl="bgShp" presStyleIdx="1" presStyleCnt="4">
        <dgm:presLayoutVars>
          <dgm:bulletEnabled val="1"/>
        </dgm:presLayoutVars>
      </dgm:prSet>
      <dgm:spPr/>
    </dgm:pt>
    <dgm:pt modelId="{A5986B42-FC40-4E41-BE32-E842E30D1BEC}" type="pres">
      <dgm:prSet presAssocID="{61591335-CB01-4349-843C-01A9E8E5183A}" presName="spComp" presStyleCnt="0"/>
      <dgm:spPr/>
    </dgm:pt>
    <dgm:pt modelId="{7F25655C-D0D9-4C87-A48F-83ADC5B43EA5}" type="pres">
      <dgm:prSet presAssocID="{61591335-CB01-4349-843C-01A9E8E5183A}" presName="hSp" presStyleCnt="0"/>
      <dgm:spPr/>
    </dgm:pt>
    <dgm:pt modelId="{B5E4590E-510B-4198-9552-EBA065B96737}" type="pres">
      <dgm:prSet presAssocID="{7688EF50-67E9-4649-B51F-F1AC7B0C20A2}" presName="rectComp" presStyleCnt="0"/>
      <dgm:spPr/>
    </dgm:pt>
    <dgm:pt modelId="{0987560F-E511-4E75-9235-921409712790}" type="pres">
      <dgm:prSet presAssocID="{7688EF50-67E9-4649-B51F-F1AC7B0C20A2}" presName="bgRect" presStyleLbl="bgShp" presStyleIdx="2" presStyleCnt="4" custLinFactNeighborX="569" custLinFactNeighborY="1811"/>
      <dgm:spPr/>
    </dgm:pt>
    <dgm:pt modelId="{E4F16FE4-701C-41E7-8033-9816C0CF052A}" type="pres">
      <dgm:prSet presAssocID="{7688EF50-67E9-4649-B51F-F1AC7B0C20A2}" presName="bgRectTx" presStyleLbl="bgShp" presStyleIdx="2" presStyleCnt="4">
        <dgm:presLayoutVars>
          <dgm:bulletEnabled val="1"/>
        </dgm:presLayoutVars>
      </dgm:prSet>
      <dgm:spPr/>
    </dgm:pt>
    <dgm:pt modelId="{D72E5C5E-7AE6-47EB-97C4-3DB64D9B9105}" type="pres">
      <dgm:prSet presAssocID="{7688EF50-67E9-4649-B51F-F1AC7B0C20A2}" presName="spComp" presStyleCnt="0"/>
      <dgm:spPr/>
    </dgm:pt>
    <dgm:pt modelId="{809C582D-B88C-4834-87A8-815C89F63B78}" type="pres">
      <dgm:prSet presAssocID="{7688EF50-67E9-4649-B51F-F1AC7B0C20A2}" presName="hSp" presStyleCnt="0"/>
      <dgm:spPr/>
    </dgm:pt>
    <dgm:pt modelId="{65153403-4158-4751-B9DE-856DF63B8AC5}" type="pres">
      <dgm:prSet presAssocID="{BE629A46-B5E3-4F19-B135-1C109F8418EB}" presName="rectComp" presStyleCnt="0"/>
      <dgm:spPr/>
    </dgm:pt>
    <dgm:pt modelId="{0CF5EC6C-A9F4-4E72-AFBE-6671B7BD2FE6}" type="pres">
      <dgm:prSet presAssocID="{BE629A46-B5E3-4F19-B135-1C109F8418EB}" presName="bgRect" presStyleLbl="bgShp" presStyleIdx="3" presStyleCnt="4" custLinFactNeighborX="42375"/>
      <dgm:spPr/>
    </dgm:pt>
    <dgm:pt modelId="{7400F0D8-F837-49FA-BFE7-DD6FE1CF0304}" type="pres">
      <dgm:prSet presAssocID="{BE629A46-B5E3-4F19-B135-1C109F8418EB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050FA601-028C-400F-99D4-BB09412437D3}" type="presOf" srcId="{F3960BB9-8D7D-4117-8B9B-1C301D80DB69}" destId="{F69811CF-485B-4BAA-8AB1-028A7C107886}" srcOrd="1" destOrd="0" presId="urn:microsoft.com/office/officeart/2005/8/layout/hierarchy5"/>
    <dgm:cxn modelId="{6470BF03-C8E4-4866-AF19-07D492CE1505}" srcId="{F3BACCFA-570E-46E1-B7D9-03B76188CAF9}" destId="{0A410CA6-82D3-4651-B57D-66B466D34E04}" srcOrd="0" destOrd="0" parTransId="{DB438993-691D-4FE7-A6EE-EA0E7261B34F}" sibTransId="{DF4348A4-33A3-452E-8E12-1B70CC3AC408}"/>
    <dgm:cxn modelId="{DCE50125-D53D-4074-A057-7F4D0D9FA139}" srcId="{9A5586F6-79E2-4BB9-B0F1-0536206656E0}" destId="{55B489ED-D5BD-4583-BFDB-DEED48A0DC69}" srcOrd="1" destOrd="0" parTransId="{CD838E42-2188-4A65-84AE-3166B4D5DC70}" sibTransId="{08C1CF50-40D8-4D88-BF91-86AF87CB3F93}"/>
    <dgm:cxn modelId="{96919E3F-0E4D-4320-BF6B-CFD50B3867FF}" type="presOf" srcId="{DCE29703-40F4-4775-ACCD-FAD65BC0DE03}" destId="{37139CDE-8D03-42FE-A003-D82A610FEDBA}" srcOrd="0" destOrd="0" presId="urn:microsoft.com/office/officeart/2005/8/layout/hierarchy5"/>
    <dgm:cxn modelId="{B908E43F-F6C2-4EEA-82ED-11D7DD6793E8}" srcId="{34A3CF1B-2637-4407-984C-C27012269D70}" destId="{F3BACCFA-570E-46E1-B7D9-03B76188CAF9}" srcOrd="1" destOrd="0" parTransId="{DCE29703-40F4-4775-ACCD-FAD65BC0DE03}" sibTransId="{856E4AD6-4705-4537-95A7-AA19222C662B}"/>
    <dgm:cxn modelId="{2099D75F-7995-4AD2-A403-C282F18CC552}" srcId="{3B218017-0626-4529-9705-C7F96C9BB09F}" destId="{7688EF50-67E9-4649-B51F-F1AC7B0C20A2}" srcOrd="3" destOrd="0" parTransId="{680FCE1B-E8E7-426C-BFCF-4F53D63E3490}" sibTransId="{01972DDD-5439-4CFE-89ED-F72846B5FBBA}"/>
    <dgm:cxn modelId="{CB836345-3F88-4DF4-9B23-746E31D42D75}" srcId="{3B218017-0626-4529-9705-C7F96C9BB09F}" destId="{BE629A46-B5E3-4F19-B135-1C109F8418EB}" srcOrd="4" destOrd="0" parTransId="{B9FC6BDA-0358-4A1A-B476-D3733A69BBFE}" sibTransId="{54DF3172-A2B5-49A6-B02E-2673794A9943}"/>
    <dgm:cxn modelId="{34C01A46-AED3-4913-AA19-1C9B62759C60}" srcId="{3B218017-0626-4529-9705-C7F96C9BB09F}" destId="{34A3CF1B-2637-4407-984C-C27012269D70}" srcOrd="0" destOrd="0" parTransId="{135C7EEF-1384-448D-B236-FB0197EBBFDA}" sibTransId="{8EEEB188-4A63-4733-9D17-3B3E18EF6942}"/>
    <dgm:cxn modelId="{FA0BD550-A93E-4B4D-9C93-3C40C0B5FD38}" type="presOf" srcId="{11A843F5-E163-4CE1-A629-95CF7318B1D7}" destId="{46E02AEA-8BCA-446C-9D7E-B0B4095FCA2C}" srcOrd="1" destOrd="0" presId="urn:microsoft.com/office/officeart/2005/8/layout/hierarchy5"/>
    <dgm:cxn modelId="{EBEE5E71-2DA0-4C9A-B9D1-AB11CB96A6B3}" type="presOf" srcId="{DCE29703-40F4-4775-ACCD-FAD65BC0DE03}" destId="{1E492987-4B99-4A73-B663-385503BC3AE8}" srcOrd="1" destOrd="0" presId="urn:microsoft.com/office/officeart/2005/8/layout/hierarchy5"/>
    <dgm:cxn modelId="{2E2EF851-C89F-46B3-A3D1-89417EB881DC}" type="presOf" srcId="{3A8D9338-C15B-40C9-A8C3-6713EEF58DA9}" destId="{82B73DB8-3B86-45E8-BCA4-B917A89C656A}" srcOrd="0" destOrd="0" presId="urn:microsoft.com/office/officeart/2005/8/layout/hierarchy5"/>
    <dgm:cxn modelId="{C0B17174-02AA-471B-870C-A3D08CF5742C}" type="presOf" srcId="{3B218017-0626-4529-9705-C7F96C9BB09F}" destId="{69EE1DF2-BA59-4BD8-92AF-66B0B591D320}" srcOrd="0" destOrd="0" presId="urn:microsoft.com/office/officeart/2005/8/layout/hierarchy5"/>
    <dgm:cxn modelId="{7EF55E7C-B8F7-4735-A6F7-29B8FAE16B28}" srcId="{3B218017-0626-4529-9705-C7F96C9BB09F}" destId="{3A8D9338-C15B-40C9-A8C3-6713EEF58DA9}" srcOrd="1" destOrd="0" parTransId="{6B0848D6-9674-4688-B6CB-A4A26F6D82EB}" sibTransId="{809AE6F8-58A9-4042-93F3-96216CC986E8}"/>
    <dgm:cxn modelId="{F63C7A7D-8004-45EB-AD69-167CE6E4AA78}" type="presOf" srcId="{61591335-CB01-4349-843C-01A9E8E5183A}" destId="{881C801B-E104-42E9-BC9A-5E9BA6BCE0B3}" srcOrd="0" destOrd="0" presId="urn:microsoft.com/office/officeart/2005/8/layout/hierarchy5"/>
    <dgm:cxn modelId="{8498B683-24BF-4E81-859F-8D0CD67CC234}" type="presOf" srcId="{11A843F5-E163-4CE1-A629-95CF7318B1D7}" destId="{0AF7D3FC-0DC8-4AA2-B0AE-E3E1CB44858F}" srcOrd="0" destOrd="0" presId="urn:microsoft.com/office/officeart/2005/8/layout/hierarchy5"/>
    <dgm:cxn modelId="{31FC6089-AFD2-458F-8BD9-EE677DC76CF9}" type="presOf" srcId="{7688EF50-67E9-4649-B51F-F1AC7B0C20A2}" destId="{E4F16FE4-701C-41E7-8033-9816C0CF052A}" srcOrd="1" destOrd="0" presId="urn:microsoft.com/office/officeart/2005/8/layout/hierarchy5"/>
    <dgm:cxn modelId="{D237C092-4016-4B2A-84B9-1F9A8CD8943B}" type="presOf" srcId="{9A5586F6-79E2-4BB9-B0F1-0536206656E0}" destId="{0AC11C72-8165-4E30-B624-3417DD71D85D}" srcOrd="0" destOrd="0" presId="urn:microsoft.com/office/officeart/2005/8/layout/hierarchy5"/>
    <dgm:cxn modelId="{36767AAA-6119-470B-8232-58FB91277AFC}" srcId="{34A3CF1B-2637-4407-984C-C27012269D70}" destId="{9A5586F6-79E2-4BB9-B0F1-0536206656E0}" srcOrd="0" destOrd="0" parTransId="{11A843F5-E163-4CE1-A629-95CF7318B1D7}" sibTransId="{124C9780-D6E3-407E-A981-C9807859D318}"/>
    <dgm:cxn modelId="{AA1CE9B2-3DC8-4DE5-A165-20DF7AFC8B74}" type="presOf" srcId="{34A3CF1B-2637-4407-984C-C27012269D70}" destId="{27FC4C0F-19CB-4EF1-A3B8-DCA202A4490F}" srcOrd="0" destOrd="0" presId="urn:microsoft.com/office/officeart/2005/8/layout/hierarchy5"/>
    <dgm:cxn modelId="{190A1CB5-9235-42E0-B6F8-AA0348188520}" type="presOf" srcId="{F3960BB9-8D7D-4117-8B9B-1C301D80DB69}" destId="{15E1A92D-A6EA-46F1-9592-C80DE2C54881}" srcOrd="0" destOrd="0" presId="urn:microsoft.com/office/officeart/2005/8/layout/hierarchy5"/>
    <dgm:cxn modelId="{E5FE0BB8-9AA5-44F8-B180-EBD319383C13}" srcId="{3B218017-0626-4529-9705-C7F96C9BB09F}" destId="{61591335-CB01-4349-843C-01A9E8E5183A}" srcOrd="2" destOrd="0" parTransId="{48662B50-7DE1-430A-8A96-BB8B84527A7C}" sibTransId="{63240BCC-3F44-4BF5-A081-88D6AF260A38}"/>
    <dgm:cxn modelId="{0CD9B6BA-8320-4095-A020-D46DB125B87E}" type="presOf" srcId="{CD838E42-2188-4A65-84AE-3166B4D5DC70}" destId="{7C27F9E2-EF40-41B1-B5BC-0709E36421CE}" srcOrd="0" destOrd="0" presId="urn:microsoft.com/office/officeart/2005/8/layout/hierarchy5"/>
    <dgm:cxn modelId="{611AA6BD-F99A-4A0A-8457-E8DFD2CE43F4}" type="presOf" srcId="{F3BACCFA-570E-46E1-B7D9-03B76188CAF9}" destId="{F58A2F00-65E4-4433-ADFA-145CB64183E3}" srcOrd="0" destOrd="0" presId="urn:microsoft.com/office/officeart/2005/8/layout/hierarchy5"/>
    <dgm:cxn modelId="{F6F8EDBD-6BE4-48EA-97D4-D77FE49792E6}" type="presOf" srcId="{3A8D9338-C15B-40C9-A8C3-6713EEF58DA9}" destId="{BAE039C8-963B-45DD-A573-B6D6863B3A65}" srcOrd="1" destOrd="0" presId="urn:microsoft.com/office/officeart/2005/8/layout/hierarchy5"/>
    <dgm:cxn modelId="{72D6B4BE-A374-4090-AB04-235B5A1C8705}" type="presOf" srcId="{0A410CA6-82D3-4651-B57D-66B466D34E04}" destId="{C2929606-2DB0-4797-8646-A39294292E27}" srcOrd="0" destOrd="0" presId="urn:microsoft.com/office/officeart/2005/8/layout/hierarchy5"/>
    <dgm:cxn modelId="{2BD882C9-976B-4B2E-918A-CAAE30EEBFDA}" type="presOf" srcId="{BE629A46-B5E3-4F19-B135-1C109F8418EB}" destId="{0CF5EC6C-A9F4-4E72-AFBE-6671B7BD2FE6}" srcOrd="0" destOrd="0" presId="urn:microsoft.com/office/officeart/2005/8/layout/hierarchy5"/>
    <dgm:cxn modelId="{1EEE2ED3-283B-4D2B-A975-F3E841080D99}" type="presOf" srcId="{CD838E42-2188-4A65-84AE-3166B4D5DC70}" destId="{F5D2F840-1FA3-4927-A039-BF75CDD42332}" srcOrd="1" destOrd="0" presId="urn:microsoft.com/office/officeart/2005/8/layout/hierarchy5"/>
    <dgm:cxn modelId="{104CC2D3-9587-4D6B-8FDC-F76CE55AB8C5}" srcId="{9A5586F6-79E2-4BB9-B0F1-0536206656E0}" destId="{68EBE343-6A74-49CC-9E72-2BF52CE385C3}" srcOrd="0" destOrd="0" parTransId="{F3960BB9-8D7D-4117-8B9B-1C301D80DB69}" sibTransId="{751A3626-E6C9-40C8-ADED-9EF8E7EB243B}"/>
    <dgm:cxn modelId="{E488A2DA-2A1B-4C12-8AA7-4968371AD374}" type="presOf" srcId="{DB438993-691D-4FE7-A6EE-EA0E7261B34F}" destId="{A2D8DCA9-6126-4E2A-BAFA-8510F3F1B75F}" srcOrd="1" destOrd="0" presId="urn:microsoft.com/office/officeart/2005/8/layout/hierarchy5"/>
    <dgm:cxn modelId="{9A100DDB-1815-452E-99F1-41C8FD09AC2A}" type="presOf" srcId="{68EBE343-6A74-49CC-9E72-2BF52CE385C3}" destId="{A2F81DAC-4DEF-4F57-9DD7-098F77A77883}" srcOrd="0" destOrd="0" presId="urn:microsoft.com/office/officeart/2005/8/layout/hierarchy5"/>
    <dgm:cxn modelId="{3C72A4E4-AA0D-46B7-8EC9-C8E814F7A9DA}" type="presOf" srcId="{BE629A46-B5E3-4F19-B135-1C109F8418EB}" destId="{7400F0D8-F837-49FA-BFE7-DD6FE1CF0304}" srcOrd="1" destOrd="0" presId="urn:microsoft.com/office/officeart/2005/8/layout/hierarchy5"/>
    <dgm:cxn modelId="{ED656BE8-F401-415E-B6BF-45606A13E92C}" type="presOf" srcId="{61591335-CB01-4349-843C-01A9E8E5183A}" destId="{B0FE238B-C083-4A88-9F94-AF5CFEAE3F6B}" srcOrd="1" destOrd="0" presId="urn:microsoft.com/office/officeart/2005/8/layout/hierarchy5"/>
    <dgm:cxn modelId="{2EEF44EA-A94E-480A-8DFC-7251AED15E99}" type="presOf" srcId="{55B489ED-D5BD-4583-BFDB-DEED48A0DC69}" destId="{E0A19660-B91A-403E-A129-392C0C889916}" srcOrd="0" destOrd="0" presId="urn:microsoft.com/office/officeart/2005/8/layout/hierarchy5"/>
    <dgm:cxn modelId="{451DF7EE-0BB8-4B90-94D3-D19E5DD96247}" type="presOf" srcId="{7688EF50-67E9-4649-B51F-F1AC7B0C20A2}" destId="{0987560F-E511-4E75-9235-921409712790}" srcOrd="0" destOrd="0" presId="urn:microsoft.com/office/officeart/2005/8/layout/hierarchy5"/>
    <dgm:cxn modelId="{D85BF6FA-3653-4D82-BE7D-4393EC3AA107}" type="presOf" srcId="{DB438993-691D-4FE7-A6EE-EA0E7261B34F}" destId="{D89A02D1-7507-461B-BE25-B12EBF13CA4B}" srcOrd="0" destOrd="0" presId="urn:microsoft.com/office/officeart/2005/8/layout/hierarchy5"/>
    <dgm:cxn modelId="{ABE3CBAE-BE33-4B14-8D64-9049384357D7}" type="presParOf" srcId="{69EE1DF2-BA59-4BD8-92AF-66B0B591D320}" destId="{E34A69CE-DEFB-4242-8AD8-379695B77DF4}" srcOrd="0" destOrd="0" presId="urn:microsoft.com/office/officeart/2005/8/layout/hierarchy5"/>
    <dgm:cxn modelId="{6AE96045-3B57-42FC-BB69-EB9335A41D06}" type="presParOf" srcId="{E34A69CE-DEFB-4242-8AD8-379695B77DF4}" destId="{4C10CE24-81C1-4102-BD63-F3872E89D081}" srcOrd="0" destOrd="0" presId="urn:microsoft.com/office/officeart/2005/8/layout/hierarchy5"/>
    <dgm:cxn modelId="{A2314952-47E7-4BCE-9BEA-93E6E1A4A959}" type="presParOf" srcId="{E34A69CE-DEFB-4242-8AD8-379695B77DF4}" destId="{68D8B4C7-A8BB-44B3-96F5-E8704B6D0DE3}" srcOrd="1" destOrd="0" presId="urn:microsoft.com/office/officeart/2005/8/layout/hierarchy5"/>
    <dgm:cxn modelId="{2270A53A-4CFA-4F01-AB05-DB4D3F997693}" type="presParOf" srcId="{68D8B4C7-A8BB-44B3-96F5-E8704B6D0DE3}" destId="{7EA92F2F-3100-4710-9329-EA2FB5A354AB}" srcOrd="0" destOrd="0" presId="urn:microsoft.com/office/officeart/2005/8/layout/hierarchy5"/>
    <dgm:cxn modelId="{5AE8EA75-34F4-4D74-8B49-357777F37ED0}" type="presParOf" srcId="{7EA92F2F-3100-4710-9329-EA2FB5A354AB}" destId="{27FC4C0F-19CB-4EF1-A3B8-DCA202A4490F}" srcOrd="0" destOrd="0" presId="urn:microsoft.com/office/officeart/2005/8/layout/hierarchy5"/>
    <dgm:cxn modelId="{515F4790-3E44-458F-A329-DA7E29BB80E0}" type="presParOf" srcId="{7EA92F2F-3100-4710-9329-EA2FB5A354AB}" destId="{BC989C49-67B7-4ECC-9CAC-9F68E88DFC41}" srcOrd="1" destOrd="0" presId="urn:microsoft.com/office/officeart/2005/8/layout/hierarchy5"/>
    <dgm:cxn modelId="{005FDD23-B7E3-4EB6-BDD1-B31228BEB194}" type="presParOf" srcId="{BC989C49-67B7-4ECC-9CAC-9F68E88DFC41}" destId="{0AF7D3FC-0DC8-4AA2-B0AE-E3E1CB44858F}" srcOrd="0" destOrd="0" presId="urn:microsoft.com/office/officeart/2005/8/layout/hierarchy5"/>
    <dgm:cxn modelId="{DA605CBC-5B42-4858-B91C-9AC3D2D721CF}" type="presParOf" srcId="{0AF7D3FC-0DC8-4AA2-B0AE-E3E1CB44858F}" destId="{46E02AEA-8BCA-446C-9D7E-B0B4095FCA2C}" srcOrd="0" destOrd="0" presId="urn:microsoft.com/office/officeart/2005/8/layout/hierarchy5"/>
    <dgm:cxn modelId="{3701B9B9-C9FF-4A7E-A1E3-F8049DF4AA02}" type="presParOf" srcId="{BC989C49-67B7-4ECC-9CAC-9F68E88DFC41}" destId="{12680FBD-3AA1-4FB3-BB31-024267EC39A9}" srcOrd="1" destOrd="0" presId="urn:microsoft.com/office/officeart/2005/8/layout/hierarchy5"/>
    <dgm:cxn modelId="{8F903EE8-990C-42EF-BC5F-BF5C2F52651F}" type="presParOf" srcId="{12680FBD-3AA1-4FB3-BB31-024267EC39A9}" destId="{0AC11C72-8165-4E30-B624-3417DD71D85D}" srcOrd="0" destOrd="0" presId="urn:microsoft.com/office/officeart/2005/8/layout/hierarchy5"/>
    <dgm:cxn modelId="{E0B49664-5E48-4F71-B266-2203C17FBCDE}" type="presParOf" srcId="{12680FBD-3AA1-4FB3-BB31-024267EC39A9}" destId="{BE796E81-F187-499B-9282-59C325594038}" srcOrd="1" destOrd="0" presId="urn:microsoft.com/office/officeart/2005/8/layout/hierarchy5"/>
    <dgm:cxn modelId="{5A3A38AB-EA55-46D1-8649-78333501EF96}" type="presParOf" srcId="{BE796E81-F187-499B-9282-59C325594038}" destId="{15E1A92D-A6EA-46F1-9592-C80DE2C54881}" srcOrd="0" destOrd="0" presId="urn:microsoft.com/office/officeart/2005/8/layout/hierarchy5"/>
    <dgm:cxn modelId="{1C168BB7-937D-44F8-822E-10EDB8DE2769}" type="presParOf" srcId="{15E1A92D-A6EA-46F1-9592-C80DE2C54881}" destId="{F69811CF-485B-4BAA-8AB1-028A7C107886}" srcOrd="0" destOrd="0" presId="urn:microsoft.com/office/officeart/2005/8/layout/hierarchy5"/>
    <dgm:cxn modelId="{AC535BF3-F7E9-4D90-B46B-73A106B1A03D}" type="presParOf" srcId="{BE796E81-F187-499B-9282-59C325594038}" destId="{F57A6BE1-5540-4804-9B44-F7DDE2BA871D}" srcOrd="1" destOrd="0" presId="urn:microsoft.com/office/officeart/2005/8/layout/hierarchy5"/>
    <dgm:cxn modelId="{08DAD637-04B0-47CA-AC96-0B164B1CB189}" type="presParOf" srcId="{F57A6BE1-5540-4804-9B44-F7DDE2BA871D}" destId="{A2F81DAC-4DEF-4F57-9DD7-098F77A77883}" srcOrd="0" destOrd="0" presId="urn:microsoft.com/office/officeart/2005/8/layout/hierarchy5"/>
    <dgm:cxn modelId="{9CE975C7-23B1-41CB-8C3F-EAC01765E25A}" type="presParOf" srcId="{F57A6BE1-5540-4804-9B44-F7DDE2BA871D}" destId="{6DA38652-5F2C-4932-AC75-ED3D1250BC3A}" srcOrd="1" destOrd="0" presId="urn:microsoft.com/office/officeart/2005/8/layout/hierarchy5"/>
    <dgm:cxn modelId="{73BA075A-973E-4FAF-BAEC-6755F3EB3546}" type="presParOf" srcId="{BE796E81-F187-499B-9282-59C325594038}" destId="{7C27F9E2-EF40-41B1-B5BC-0709E36421CE}" srcOrd="2" destOrd="0" presId="urn:microsoft.com/office/officeart/2005/8/layout/hierarchy5"/>
    <dgm:cxn modelId="{CD882AA3-EB03-40F3-8FC8-7109C52B3ACD}" type="presParOf" srcId="{7C27F9E2-EF40-41B1-B5BC-0709E36421CE}" destId="{F5D2F840-1FA3-4927-A039-BF75CDD42332}" srcOrd="0" destOrd="0" presId="urn:microsoft.com/office/officeart/2005/8/layout/hierarchy5"/>
    <dgm:cxn modelId="{51736AA2-06AF-468D-B518-73775DD11077}" type="presParOf" srcId="{BE796E81-F187-499B-9282-59C325594038}" destId="{497A0A35-A15A-4487-A960-8209BBC0F5D2}" srcOrd="3" destOrd="0" presId="urn:microsoft.com/office/officeart/2005/8/layout/hierarchy5"/>
    <dgm:cxn modelId="{DD8D4BAF-6BE0-4BEA-9837-3FD14699DD6B}" type="presParOf" srcId="{497A0A35-A15A-4487-A960-8209BBC0F5D2}" destId="{E0A19660-B91A-403E-A129-392C0C889916}" srcOrd="0" destOrd="0" presId="urn:microsoft.com/office/officeart/2005/8/layout/hierarchy5"/>
    <dgm:cxn modelId="{3107A6F2-D483-4EDC-9743-AC72B05EC5D5}" type="presParOf" srcId="{497A0A35-A15A-4487-A960-8209BBC0F5D2}" destId="{52F521C2-22C7-40CA-B4B8-71062F23A0BC}" srcOrd="1" destOrd="0" presId="urn:microsoft.com/office/officeart/2005/8/layout/hierarchy5"/>
    <dgm:cxn modelId="{30600BC6-EB16-4DFC-A4B6-DFEC84D62C07}" type="presParOf" srcId="{BC989C49-67B7-4ECC-9CAC-9F68E88DFC41}" destId="{37139CDE-8D03-42FE-A003-D82A610FEDBA}" srcOrd="2" destOrd="0" presId="urn:microsoft.com/office/officeart/2005/8/layout/hierarchy5"/>
    <dgm:cxn modelId="{0066F680-BB7F-4D75-88E9-A8D534FE356C}" type="presParOf" srcId="{37139CDE-8D03-42FE-A003-D82A610FEDBA}" destId="{1E492987-4B99-4A73-B663-385503BC3AE8}" srcOrd="0" destOrd="0" presId="urn:microsoft.com/office/officeart/2005/8/layout/hierarchy5"/>
    <dgm:cxn modelId="{5BDCAF10-88D3-473F-8211-398BE8F9C465}" type="presParOf" srcId="{BC989C49-67B7-4ECC-9CAC-9F68E88DFC41}" destId="{5D528D3D-D093-42A1-A62B-F3996137E26B}" srcOrd="3" destOrd="0" presId="urn:microsoft.com/office/officeart/2005/8/layout/hierarchy5"/>
    <dgm:cxn modelId="{1FEC87D1-A26F-4E89-9F5D-91017E7B7D5A}" type="presParOf" srcId="{5D528D3D-D093-42A1-A62B-F3996137E26B}" destId="{F58A2F00-65E4-4433-ADFA-145CB64183E3}" srcOrd="0" destOrd="0" presId="urn:microsoft.com/office/officeart/2005/8/layout/hierarchy5"/>
    <dgm:cxn modelId="{AE2D108F-2867-4598-BC2C-FD0924CECAD7}" type="presParOf" srcId="{5D528D3D-D093-42A1-A62B-F3996137E26B}" destId="{5B20C276-3EAA-400C-BCB3-4B89AF8EE402}" srcOrd="1" destOrd="0" presId="urn:microsoft.com/office/officeart/2005/8/layout/hierarchy5"/>
    <dgm:cxn modelId="{388BD979-F345-44F8-8AAD-E6F13930E3FC}" type="presParOf" srcId="{5B20C276-3EAA-400C-BCB3-4B89AF8EE402}" destId="{D89A02D1-7507-461B-BE25-B12EBF13CA4B}" srcOrd="0" destOrd="0" presId="urn:microsoft.com/office/officeart/2005/8/layout/hierarchy5"/>
    <dgm:cxn modelId="{E51CC049-FFD4-400D-8F86-8A85EA64BDA6}" type="presParOf" srcId="{D89A02D1-7507-461B-BE25-B12EBF13CA4B}" destId="{A2D8DCA9-6126-4E2A-BAFA-8510F3F1B75F}" srcOrd="0" destOrd="0" presId="urn:microsoft.com/office/officeart/2005/8/layout/hierarchy5"/>
    <dgm:cxn modelId="{B0AFB395-AD0A-4DE3-B5F5-66A580CD4EC3}" type="presParOf" srcId="{5B20C276-3EAA-400C-BCB3-4B89AF8EE402}" destId="{1509B308-A25D-4035-85D6-E4B408FF429C}" srcOrd="1" destOrd="0" presId="urn:microsoft.com/office/officeart/2005/8/layout/hierarchy5"/>
    <dgm:cxn modelId="{7C9E780B-2545-43A9-A87B-A21D0C8FBAFA}" type="presParOf" srcId="{1509B308-A25D-4035-85D6-E4B408FF429C}" destId="{C2929606-2DB0-4797-8646-A39294292E27}" srcOrd="0" destOrd="0" presId="urn:microsoft.com/office/officeart/2005/8/layout/hierarchy5"/>
    <dgm:cxn modelId="{0800F88A-55C2-4CA5-BB39-C43633B9F2A5}" type="presParOf" srcId="{1509B308-A25D-4035-85D6-E4B408FF429C}" destId="{7F9243AA-3C70-430B-AFED-1C96667B934C}" srcOrd="1" destOrd="0" presId="urn:microsoft.com/office/officeart/2005/8/layout/hierarchy5"/>
    <dgm:cxn modelId="{8169AEC0-C0AE-4BCD-8E29-C3E78E91ED03}" type="presParOf" srcId="{69EE1DF2-BA59-4BD8-92AF-66B0B591D320}" destId="{33A10EBF-1138-473F-8A7B-F8EBC3E5C88F}" srcOrd="1" destOrd="0" presId="urn:microsoft.com/office/officeart/2005/8/layout/hierarchy5"/>
    <dgm:cxn modelId="{F66DDC73-A031-4E21-9FC9-C38833037D22}" type="presParOf" srcId="{33A10EBF-1138-473F-8A7B-F8EBC3E5C88F}" destId="{F00F2A64-CB08-408F-8C77-700111D664DC}" srcOrd="0" destOrd="0" presId="urn:microsoft.com/office/officeart/2005/8/layout/hierarchy5"/>
    <dgm:cxn modelId="{BABD249E-AA74-42D5-BEA4-E94F0D72F819}" type="presParOf" srcId="{F00F2A64-CB08-408F-8C77-700111D664DC}" destId="{82B73DB8-3B86-45E8-BCA4-B917A89C656A}" srcOrd="0" destOrd="0" presId="urn:microsoft.com/office/officeart/2005/8/layout/hierarchy5"/>
    <dgm:cxn modelId="{F3A91D44-E416-4167-9988-E0835147D6CB}" type="presParOf" srcId="{F00F2A64-CB08-408F-8C77-700111D664DC}" destId="{BAE039C8-963B-45DD-A573-B6D6863B3A65}" srcOrd="1" destOrd="0" presId="urn:microsoft.com/office/officeart/2005/8/layout/hierarchy5"/>
    <dgm:cxn modelId="{3DB1050F-6010-4A47-BEEA-9017C8F2B87F}" type="presParOf" srcId="{33A10EBF-1138-473F-8A7B-F8EBC3E5C88F}" destId="{DDE74CC3-056F-4580-8CC9-56782EB08012}" srcOrd="1" destOrd="0" presId="urn:microsoft.com/office/officeart/2005/8/layout/hierarchy5"/>
    <dgm:cxn modelId="{9E050AD8-336C-4AA0-A7B9-1C25E8E51F06}" type="presParOf" srcId="{DDE74CC3-056F-4580-8CC9-56782EB08012}" destId="{9AB6C150-D8B1-4FC2-A37F-E488F9A94198}" srcOrd="0" destOrd="0" presId="urn:microsoft.com/office/officeart/2005/8/layout/hierarchy5"/>
    <dgm:cxn modelId="{9EBAA23A-67B6-4BB6-ADE3-209CF54714A6}" type="presParOf" srcId="{33A10EBF-1138-473F-8A7B-F8EBC3E5C88F}" destId="{49F4856B-7F6F-465A-A72A-9D1E7534E3D9}" srcOrd="2" destOrd="0" presId="urn:microsoft.com/office/officeart/2005/8/layout/hierarchy5"/>
    <dgm:cxn modelId="{DF49BF4E-ADB1-4592-A122-D1A5DA4A48F5}" type="presParOf" srcId="{49F4856B-7F6F-465A-A72A-9D1E7534E3D9}" destId="{881C801B-E104-42E9-BC9A-5E9BA6BCE0B3}" srcOrd="0" destOrd="0" presId="urn:microsoft.com/office/officeart/2005/8/layout/hierarchy5"/>
    <dgm:cxn modelId="{4996BAF8-503A-4EF9-A704-8132C752CEED}" type="presParOf" srcId="{49F4856B-7F6F-465A-A72A-9D1E7534E3D9}" destId="{B0FE238B-C083-4A88-9F94-AF5CFEAE3F6B}" srcOrd="1" destOrd="0" presId="urn:microsoft.com/office/officeart/2005/8/layout/hierarchy5"/>
    <dgm:cxn modelId="{F1A40DFF-6433-41DC-A093-26BC1732074C}" type="presParOf" srcId="{33A10EBF-1138-473F-8A7B-F8EBC3E5C88F}" destId="{A5986B42-FC40-4E41-BE32-E842E30D1BEC}" srcOrd="3" destOrd="0" presId="urn:microsoft.com/office/officeart/2005/8/layout/hierarchy5"/>
    <dgm:cxn modelId="{63EBEFC0-86BC-41A4-8B1A-63D88A5A88B0}" type="presParOf" srcId="{A5986B42-FC40-4E41-BE32-E842E30D1BEC}" destId="{7F25655C-D0D9-4C87-A48F-83ADC5B43EA5}" srcOrd="0" destOrd="0" presId="urn:microsoft.com/office/officeart/2005/8/layout/hierarchy5"/>
    <dgm:cxn modelId="{4FB667A2-A52E-4CCA-94D5-BB563ECCEF1D}" type="presParOf" srcId="{33A10EBF-1138-473F-8A7B-F8EBC3E5C88F}" destId="{B5E4590E-510B-4198-9552-EBA065B96737}" srcOrd="4" destOrd="0" presId="urn:microsoft.com/office/officeart/2005/8/layout/hierarchy5"/>
    <dgm:cxn modelId="{F44AB839-0045-4D60-A98F-640AE5E1F390}" type="presParOf" srcId="{B5E4590E-510B-4198-9552-EBA065B96737}" destId="{0987560F-E511-4E75-9235-921409712790}" srcOrd="0" destOrd="0" presId="urn:microsoft.com/office/officeart/2005/8/layout/hierarchy5"/>
    <dgm:cxn modelId="{F7A90FCA-AFD2-4799-8F09-E479972032FA}" type="presParOf" srcId="{B5E4590E-510B-4198-9552-EBA065B96737}" destId="{E4F16FE4-701C-41E7-8033-9816C0CF052A}" srcOrd="1" destOrd="0" presId="urn:microsoft.com/office/officeart/2005/8/layout/hierarchy5"/>
    <dgm:cxn modelId="{F96D9A16-7A5A-4FB3-9E18-80D75676AA20}" type="presParOf" srcId="{33A10EBF-1138-473F-8A7B-F8EBC3E5C88F}" destId="{D72E5C5E-7AE6-47EB-97C4-3DB64D9B9105}" srcOrd="5" destOrd="0" presId="urn:microsoft.com/office/officeart/2005/8/layout/hierarchy5"/>
    <dgm:cxn modelId="{65978D01-B193-4D84-BA5B-4F11E2EA7A92}" type="presParOf" srcId="{D72E5C5E-7AE6-47EB-97C4-3DB64D9B9105}" destId="{809C582D-B88C-4834-87A8-815C89F63B78}" srcOrd="0" destOrd="0" presId="urn:microsoft.com/office/officeart/2005/8/layout/hierarchy5"/>
    <dgm:cxn modelId="{60A92C87-D0E0-4D80-9EAD-BD383D615C59}" type="presParOf" srcId="{33A10EBF-1138-473F-8A7B-F8EBC3E5C88F}" destId="{65153403-4158-4751-B9DE-856DF63B8AC5}" srcOrd="6" destOrd="0" presId="urn:microsoft.com/office/officeart/2005/8/layout/hierarchy5"/>
    <dgm:cxn modelId="{7CD98C9B-398B-41D0-B1D0-D3AB4C9C47D0}" type="presParOf" srcId="{65153403-4158-4751-B9DE-856DF63B8AC5}" destId="{0CF5EC6C-A9F4-4E72-AFBE-6671B7BD2FE6}" srcOrd="0" destOrd="0" presId="urn:microsoft.com/office/officeart/2005/8/layout/hierarchy5"/>
    <dgm:cxn modelId="{F9FA52C2-D0E9-41D8-A202-113CFAE65C80}" type="presParOf" srcId="{65153403-4158-4751-B9DE-856DF63B8AC5}" destId="{7400F0D8-F837-49FA-BFE7-DD6FE1CF0304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5EC6C-A9F4-4E72-AFBE-6671B7BD2FE6}">
      <dsp:nvSpPr>
        <dsp:cNvPr id="0" name=""/>
        <dsp:cNvSpPr/>
      </dsp:nvSpPr>
      <dsp:spPr>
        <a:xfrm>
          <a:off x="8077200" y="0"/>
          <a:ext cx="1775534" cy="3699933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Certification</a:t>
          </a:r>
          <a:endParaRPr lang="en-IN" sz="1700" b="1" u="sng" kern="1200" dirty="0"/>
        </a:p>
      </dsp:txBody>
      <dsp:txXfrm>
        <a:off x="8077200" y="0"/>
        <a:ext cx="1775534" cy="1109979"/>
      </dsp:txXfrm>
    </dsp:sp>
    <dsp:sp modelId="{0987560F-E511-4E75-9235-921409712790}">
      <dsp:nvSpPr>
        <dsp:cNvPr id="0" name=""/>
        <dsp:cNvSpPr/>
      </dsp:nvSpPr>
      <dsp:spPr>
        <a:xfrm>
          <a:off x="5263463" y="0"/>
          <a:ext cx="1775534" cy="3699933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Attaining Implementation</a:t>
          </a:r>
          <a:endParaRPr lang="en-IN" sz="1700" b="1" u="sng" kern="1200" dirty="0"/>
        </a:p>
      </dsp:txBody>
      <dsp:txXfrm>
        <a:off x="5263463" y="0"/>
        <a:ext cx="1775534" cy="1109979"/>
      </dsp:txXfrm>
    </dsp:sp>
    <dsp:sp modelId="{881C801B-E104-42E9-BC9A-5E9BA6BCE0B3}">
      <dsp:nvSpPr>
        <dsp:cNvPr id="0" name=""/>
        <dsp:cNvSpPr/>
      </dsp:nvSpPr>
      <dsp:spPr>
        <a:xfrm>
          <a:off x="3181904" y="0"/>
          <a:ext cx="1775534" cy="3699933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Scope</a:t>
          </a:r>
          <a:endParaRPr lang="en-IN" sz="1700" b="1" u="sng" kern="1200" dirty="0"/>
        </a:p>
      </dsp:txBody>
      <dsp:txXfrm>
        <a:off x="3181904" y="0"/>
        <a:ext cx="1775534" cy="1109979"/>
      </dsp:txXfrm>
    </dsp:sp>
    <dsp:sp modelId="{82B73DB8-3B86-45E8-BCA4-B917A89C656A}">
      <dsp:nvSpPr>
        <dsp:cNvPr id="0" name=""/>
        <dsp:cNvSpPr/>
      </dsp:nvSpPr>
      <dsp:spPr>
        <a:xfrm>
          <a:off x="1110447" y="0"/>
          <a:ext cx="1775534" cy="3699933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Initial Discussion</a:t>
          </a:r>
          <a:endParaRPr lang="en-IN" sz="1700" b="1" u="sng" kern="1200" dirty="0"/>
        </a:p>
      </dsp:txBody>
      <dsp:txXfrm>
        <a:off x="1110447" y="0"/>
        <a:ext cx="1775534" cy="1109979"/>
      </dsp:txXfrm>
    </dsp:sp>
    <dsp:sp modelId="{27FC4C0F-19CB-4EF1-A3B8-DCA202A4490F}">
      <dsp:nvSpPr>
        <dsp:cNvPr id="0" name=""/>
        <dsp:cNvSpPr/>
      </dsp:nvSpPr>
      <dsp:spPr>
        <a:xfrm>
          <a:off x="1258409" y="1937266"/>
          <a:ext cx="1450522" cy="112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Getting acquainted with ISO 42001:2023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- What it does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- How it helps the Organization</a:t>
          </a:r>
        </a:p>
      </dsp:txBody>
      <dsp:txXfrm>
        <a:off x="1291356" y="1970213"/>
        <a:ext cx="1384628" cy="1059010"/>
      </dsp:txXfrm>
    </dsp:sp>
    <dsp:sp modelId="{0AF7D3FC-0DC8-4AA2-B0AE-E3E1CB44858F}">
      <dsp:nvSpPr>
        <dsp:cNvPr id="0" name=""/>
        <dsp:cNvSpPr/>
      </dsp:nvSpPr>
      <dsp:spPr>
        <a:xfrm rot="18893320">
          <a:off x="2585541" y="2184648"/>
          <a:ext cx="838625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38625" y="179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83888" y="2181678"/>
        <a:ext cx="41931" cy="41931"/>
      </dsp:txXfrm>
    </dsp:sp>
    <dsp:sp modelId="{0AC11C72-8165-4E30-B624-3417DD71D85D}">
      <dsp:nvSpPr>
        <dsp:cNvPr id="0" name=""/>
        <dsp:cNvSpPr/>
      </dsp:nvSpPr>
      <dsp:spPr>
        <a:xfrm>
          <a:off x="3300776" y="1447799"/>
          <a:ext cx="1465821" cy="915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Determine Organizational requirements on Scope</a:t>
          </a:r>
          <a:endParaRPr lang="en-IN" sz="1400" kern="1200" dirty="0"/>
        </a:p>
      </dsp:txBody>
      <dsp:txXfrm>
        <a:off x="3327591" y="1474614"/>
        <a:ext cx="1412191" cy="861909"/>
      </dsp:txXfrm>
    </dsp:sp>
    <dsp:sp modelId="{15E1A92D-A6EA-46F1-9592-C80DE2C54881}">
      <dsp:nvSpPr>
        <dsp:cNvPr id="0" name=""/>
        <dsp:cNvSpPr/>
      </dsp:nvSpPr>
      <dsp:spPr>
        <a:xfrm rot="19457599">
          <a:off x="4698091" y="1674879"/>
          <a:ext cx="728859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728859" y="179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044299" y="1674653"/>
        <a:ext cx="36442" cy="36442"/>
      </dsp:txXfrm>
    </dsp:sp>
    <dsp:sp modelId="{A2F81DAC-4DEF-4F57-9DD7-098F77A77883}">
      <dsp:nvSpPr>
        <dsp:cNvPr id="0" name=""/>
        <dsp:cNvSpPr/>
      </dsp:nvSpPr>
      <dsp:spPr>
        <a:xfrm>
          <a:off x="5358443" y="1110277"/>
          <a:ext cx="1479611" cy="739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ISO 42001:2023 Clauses</a:t>
          </a:r>
          <a:endParaRPr lang="en-IN" sz="1400" kern="1200" dirty="0"/>
        </a:p>
      </dsp:txBody>
      <dsp:txXfrm>
        <a:off x="5380111" y="1131945"/>
        <a:ext cx="1436275" cy="696469"/>
      </dsp:txXfrm>
    </dsp:sp>
    <dsp:sp modelId="{7C27F9E2-EF40-41B1-B5BC-0709E36421CE}">
      <dsp:nvSpPr>
        <dsp:cNvPr id="0" name=""/>
        <dsp:cNvSpPr/>
      </dsp:nvSpPr>
      <dsp:spPr>
        <a:xfrm rot="2142401">
          <a:off x="4698091" y="2100267"/>
          <a:ext cx="728859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728859" y="179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044299" y="2100042"/>
        <a:ext cx="36442" cy="36442"/>
      </dsp:txXfrm>
    </dsp:sp>
    <dsp:sp modelId="{E0A19660-B91A-403E-A129-392C0C889916}">
      <dsp:nvSpPr>
        <dsp:cNvPr id="0" name=""/>
        <dsp:cNvSpPr/>
      </dsp:nvSpPr>
      <dsp:spPr>
        <a:xfrm>
          <a:off x="5358443" y="1961054"/>
          <a:ext cx="1479611" cy="739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ISO 42001:2023 Controls</a:t>
          </a:r>
          <a:endParaRPr lang="en-IN" sz="1400" kern="1200" dirty="0"/>
        </a:p>
      </dsp:txBody>
      <dsp:txXfrm>
        <a:off x="5380111" y="1982722"/>
        <a:ext cx="1436275" cy="696469"/>
      </dsp:txXfrm>
    </dsp:sp>
    <dsp:sp modelId="{37139CDE-8D03-42FE-A003-D82A610FEDBA}">
      <dsp:nvSpPr>
        <dsp:cNvPr id="0" name=""/>
        <dsp:cNvSpPr/>
      </dsp:nvSpPr>
      <dsp:spPr>
        <a:xfrm rot="2942938">
          <a:off x="2553349" y="2822731"/>
          <a:ext cx="903009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903009" y="179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82278" y="2818151"/>
        <a:ext cx="45150" cy="45150"/>
      </dsp:txXfrm>
    </dsp:sp>
    <dsp:sp modelId="{F58A2F00-65E4-4433-ADFA-145CB64183E3}">
      <dsp:nvSpPr>
        <dsp:cNvPr id="0" name=""/>
        <dsp:cNvSpPr/>
      </dsp:nvSpPr>
      <dsp:spPr>
        <a:xfrm>
          <a:off x="3300776" y="2811831"/>
          <a:ext cx="1479611" cy="739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Invoke the Statement of Applicability</a:t>
          </a:r>
          <a:endParaRPr lang="en-IN" sz="1400" kern="1200" dirty="0"/>
        </a:p>
      </dsp:txBody>
      <dsp:txXfrm>
        <a:off x="3322444" y="2833499"/>
        <a:ext cx="1436275" cy="696469"/>
      </dsp:txXfrm>
    </dsp:sp>
    <dsp:sp modelId="{D89A02D1-7507-461B-BE25-B12EBF13CA4B}">
      <dsp:nvSpPr>
        <dsp:cNvPr id="0" name=""/>
        <dsp:cNvSpPr/>
      </dsp:nvSpPr>
      <dsp:spPr>
        <a:xfrm>
          <a:off x="4780388" y="3163739"/>
          <a:ext cx="5918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591844" y="179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061514" y="3166938"/>
        <a:ext cx="29592" cy="29592"/>
      </dsp:txXfrm>
    </dsp:sp>
    <dsp:sp modelId="{C2929606-2DB0-4797-8646-A39294292E27}">
      <dsp:nvSpPr>
        <dsp:cNvPr id="0" name=""/>
        <dsp:cNvSpPr/>
      </dsp:nvSpPr>
      <dsp:spPr>
        <a:xfrm>
          <a:off x="5372233" y="2811831"/>
          <a:ext cx="1479611" cy="739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Applicability of Annexure A, B, C, D</a:t>
          </a:r>
          <a:endParaRPr lang="en-IN" sz="1400" kern="1200" dirty="0"/>
        </a:p>
      </dsp:txBody>
      <dsp:txXfrm>
        <a:off x="5393901" y="2833499"/>
        <a:ext cx="1436275" cy="696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89600-B766-4383-A65B-9DB6BDF923C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7230B-4860-41DA-AD6D-357F61740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996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D5D7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A51FA-04CF-4137-B8E8-0552769C6452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D5D7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233F7-E667-4B66-8887-8C8DFB1D9958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D5D7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004E3-4799-4897-AAD2-E58042A6011A}" type="datetime1">
              <a:rPr lang="en-US" smtClean="0"/>
              <a:t>5/1/2025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D5D7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F2AC0-D419-46CB-ADAD-5411097843D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8E68F-F7D3-43DC-AFA5-7A68AB6DE336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792" y="63830"/>
            <a:ext cx="9451797" cy="11095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D5D7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HARPREET SINGH - SECURITY ARCHITECT/ISO AUDITOR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64106-B547-418E-976A-3D5B5D2AD4D6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E491D-64EC-6D1C-99FD-CB47B8A2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8200"/>
            <a:ext cx="8083965" cy="1016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741203-A61E-3749-2191-20EDC0037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80" y="2477527"/>
            <a:ext cx="6578938" cy="304815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87BB1D-4FD3-2A10-840C-095657CA8E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582624" y="5632655"/>
            <a:ext cx="4619420" cy="49153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 </a:t>
            </a:r>
            <a:r>
              <a:rPr lang="en-US" sz="37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ISO 42001:2023 – What is it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9194D-41EB-31B4-C57C-12731D910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26011"/>
            <a:ext cx="9563400" cy="488395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88766-6C08-93D3-95BB-7538BECA0D7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HARPREET SINGH - SECURITY ARCHITECT/ISO AUDITOR</a:t>
            </a:r>
          </a:p>
        </p:txBody>
      </p:sp>
    </p:spTree>
    <p:extLst>
      <p:ext uri="{BB962C8B-B14F-4D97-AF65-F5344CB8AC3E}">
        <p14:creationId xmlns:p14="http://schemas.microsoft.com/office/powerpoint/2010/main" val="71476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17D21-3AD7-7DBF-FE2C-B7D48D20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42F5A8-0875-0E32-8462-5C8CDE148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455746"/>
            <a:ext cx="4793730" cy="357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313690" algn="r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ISO 42001:2023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  <a:t>-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is it required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  <a:t>- What value does it add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</a:br>
            <a:b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  <a:t>- Baseline Standards that it offers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</a:br>
            <a:br>
              <a:rPr lang="en-US" sz="4000" kern="1200" dirty="0">
                <a:solidFill>
                  <a:srgbClr val="FFFFFF"/>
                </a:solidFill>
                <a:latin typeface="+mj-lt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0EAE8-B385-5F0E-37FA-B60685E0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437" y="457199"/>
            <a:ext cx="5589446" cy="58991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1C233-7977-D009-3E72-4AA6CB7F832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HARPREET SINGH - SECURITY ARCHITECT/ISO AUDITOR</a:t>
            </a:r>
          </a:p>
        </p:txBody>
      </p:sp>
    </p:spTree>
    <p:extLst>
      <p:ext uri="{BB962C8B-B14F-4D97-AF65-F5344CB8AC3E}">
        <p14:creationId xmlns:p14="http://schemas.microsoft.com/office/powerpoint/2010/main" val="22283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FD89D-76A3-735B-ED7B-C7A88335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2925F-C689-139E-FAC7-D304D8EBF2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HARPREET SINGH - SECURITY ARCHITECT/ISO AUDITOR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5B757B2-2C77-B4BC-4B04-6AB2D4A64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ISO 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cs typeface="+mj-cs"/>
              </a:rPr>
              <a:t>42001:2023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 Clauses 1 to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3B7DB-72AA-5001-C19E-EE6418D6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88" y="1295400"/>
            <a:ext cx="10663299" cy="541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1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16200-3BC4-A1D8-54B9-07BCF568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B00D905-D4A4-2C46-AED7-00AFBAE7C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C6C29B-ABE8-2983-0C81-E6277DA4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F3D01A-8F2A-A569-9DD5-06B4501DA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5156622-56C9-B36B-9155-06B70A147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4E690-24C1-36B8-0136-3FA672AC1CF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HARPREET SINGH - SECURITY ARCHITECT/ISO AUDITOR</a:t>
            </a:r>
          </a:p>
        </p:txBody>
      </p:sp>
      <p:pic>
        <p:nvPicPr>
          <p:cNvPr id="8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FFF1ED79-BE81-DD95-9293-A7632669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600200"/>
            <a:ext cx="11665188" cy="4724400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561B1BF4-5950-735F-05A5-BC950BD1C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ISO 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cs typeface="+mj-cs"/>
              </a:rPr>
              <a:t>42001:2023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 Clauses &amp; Controls</a:t>
            </a:r>
          </a:p>
        </p:txBody>
      </p:sp>
    </p:spTree>
    <p:extLst>
      <p:ext uri="{BB962C8B-B14F-4D97-AF65-F5344CB8AC3E}">
        <p14:creationId xmlns:p14="http://schemas.microsoft.com/office/powerpoint/2010/main" val="248109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ISO 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cs typeface="+mj-cs"/>
              </a:rPr>
              <a:t>42001:2023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 Workflow for an ISO Audit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60081A-E4C9-9FFC-3986-6D7B838B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348"/>
            <a:ext cx="12174390" cy="419745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BCB4A8-C866-5AF3-B443-1A16E157AB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227416" y="6267062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</p:spTree>
    <p:extLst>
      <p:ext uri="{BB962C8B-B14F-4D97-AF65-F5344CB8AC3E}">
        <p14:creationId xmlns:p14="http://schemas.microsoft.com/office/powerpoint/2010/main" val="230742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677A9-785E-3844-7D06-53AE7380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05BCDC-7C1C-4563-F08F-D25F8E92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13CCE-525A-C642-CD51-5DAFE7CB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5D05CE-2936-C35D-CD43-18B54F513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F943A6-4879-F737-04C6-A5FEEFA6C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23A3C-4424-D9AA-7C56-E3DD56F993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78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ED5B17C-D651-4EEE-4CFB-37BBE2D8E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ISO 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cs typeface="+mj-cs"/>
              </a:rPr>
              <a:t>42001:2023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 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anatomy of SOA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7558F07-7FB5-8DFA-B158-58B4B7CC70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675351"/>
              </p:ext>
            </p:extLst>
          </p:nvPr>
        </p:nvGraphicFramePr>
        <p:xfrm>
          <a:off x="1143000" y="2109960"/>
          <a:ext cx="10210800" cy="3699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55C7F1-4D59-6913-033B-3FA99DF9BD91}"/>
              </a:ext>
            </a:extLst>
          </p:cNvPr>
          <p:cNvCxnSpPr/>
          <p:nvPr/>
        </p:nvCxnSpPr>
        <p:spPr>
          <a:xfrm>
            <a:off x="8229600" y="4038600"/>
            <a:ext cx="914400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AF4843-91B8-3252-D9B9-B0DD592CA06B}"/>
              </a:ext>
            </a:extLst>
          </p:cNvPr>
          <p:cNvSpPr txBox="1"/>
          <p:nvPr/>
        </p:nvSpPr>
        <p:spPr>
          <a:xfrm>
            <a:off x="9220200" y="2836392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>
                <a:latin typeface="+mn-lt"/>
              </a:rPr>
              <a:t>Identifying Anomalies through Audit – Stage 1 &gt; Stage 2</a:t>
            </a:r>
            <a:endParaRPr lang="en-IN" sz="14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B3866-B6DA-C1FE-2088-93A8B90179CD}"/>
              </a:ext>
            </a:extLst>
          </p:cNvPr>
          <p:cNvSpPr txBox="1"/>
          <p:nvPr/>
        </p:nvSpPr>
        <p:spPr>
          <a:xfrm>
            <a:off x="9296400" y="4195743"/>
            <a:ext cx="175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>
                <a:latin typeface="+mn-lt"/>
              </a:rPr>
              <a:t>Continuous Improvement based Surveillance</a:t>
            </a:r>
            <a:endParaRPr lang="en-IN" sz="1400" dirty="0"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9BC0A9-7D42-8193-32AF-EC7B3A5D8A24}"/>
              </a:ext>
            </a:extLst>
          </p:cNvPr>
          <p:cNvGrpSpPr/>
          <p:nvPr/>
        </p:nvGrpSpPr>
        <p:grpSpPr>
          <a:xfrm>
            <a:off x="250371" y="2286000"/>
            <a:ext cx="1479611" cy="739805"/>
            <a:chOff x="5372233" y="2811831"/>
            <a:chExt cx="1479611" cy="73980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B591CDB-E9BA-0AD8-3C45-49D6D058F8EF}"/>
                </a:ext>
              </a:extLst>
            </p:cNvPr>
            <p:cNvSpPr/>
            <p:nvPr/>
          </p:nvSpPr>
          <p:spPr>
            <a:xfrm>
              <a:off x="5372233" y="2811831"/>
              <a:ext cx="1479611" cy="7398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CC08A59B-5A46-B413-EB59-A7B6DB643681}"/>
                </a:ext>
              </a:extLst>
            </p:cNvPr>
            <p:cNvSpPr txBox="1"/>
            <p:nvPr/>
          </p:nvSpPr>
          <p:spPr>
            <a:xfrm>
              <a:off x="5393901" y="2833499"/>
              <a:ext cx="1436275" cy="6964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Invoke Security Assessment for GAP Analysis</a:t>
              </a:r>
              <a:endParaRPr lang="en-IN" sz="1400" kern="1200" dirty="0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1C903A-6FD9-2A45-021A-628B4B8C1861}"/>
              </a:ext>
            </a:extLst>
          </p:cNvPr>
          <p:cNvCxnSpPr/>
          <p:nvPr/>
        </p:nvCxnSpPr>
        <p:spPr>
          <a:xfrm>
            <a:off x="968405" y="3128387"/>
            <a:ext cx="0" cy="75952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CF18C4-F3E0-AA0D-E23B-68FAB2C95DBA}"/>
              </a:ext>
            </a:extLst>
          </p:cNvPr>
          <p:cNvGrpSpPr/>
          <p:nvPr/>
        </p:nvGrpSpPr>
        <p:grpSpPr>
          <a:xfrm>
            <a:off x="200965" y="3959926"/>
            <a:ext cx="1578422" cy="1383092"/>
            <a:chOff x="5372233" y="2811831"/>
            <a:chExt cx="1479611" cy="73980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74377C0-C8C5-C64A-864B-96C9FF63EF4F}"/>
                </a:ext>
              </a:extLst>
            </p:cNvPr>
            <p:cNvSpPr/>
            <p:nvPr/>
          </p:nvSpPr>
          <p:spPr>
            <a:xfrm>
              <a:off x="5372233" y="2811831"/>
              <a:ext cx="1479611" cy="7398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A453502C-44BC-232E-1BE5-2D5E43FF9802}"/>
                </a:ext>
              </a:extLst>
            </p:cNvPr>
            <p:cNvSpPr txBox="1"/>
            <p:nvPr/>
          </p:nvSpPr>
          <p:spPr>
            <a:xfrm>
              <a:off x="5393901" y="2833499"/>
              <a:ext cx="1436275" cy="6964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Publish a comprehensive report for Current sustaining AI/ML/GEN AI environment</a:t>
              </a:r>
              <a:endParaRPr lang="en-IN" sz="1400" kern="1200" dirty="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92D155-42F3-4898-6D6D-BC05102B6B08}"/>
              </a:ext>
            </a:extLst>
          </p:cNvPr>
          <p:cNvCxnSpPr>
            <a:cxnSpLocks/>
          </p:cNvCxnSpPr>
          <p:nvPr/>
        </p:nvCxnSpPr>
        <p:spPr>
          <a:xfrm>
            <a:off x="1779387" y="4565075"/>
            <a:ext cx="430413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4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228600" y="737534"/>
            <a:ext cx="4412021" cy="30307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313690" algn="r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ISO 42001:2023 Key Components in Scope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23828-50CE-55D4-237C-7A5FE2E351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HARPREET SINGH - SECURITY ARCHITECT/ISO AUDITOR</a:t>
            </a:r>
          </a:p>
        </p:txBody>
      </p:sp>
      <p:pic>
        <p:nvPicPr>
          <p:cNvPr id="4" name="Picture 3" descr="A white text on a purple background&#10;&#10;Description automatically generated">
            <a:extLst>
              <a:ext uri="{FF2B5EF4-FFF2-40B4-BE49-F238E27FC236}">
                <a16:creationId xmlns:a16="http://schemas.microsoft.com/office/drawing/2014/main" id="{7F55F1D0-84F7-FB20-DD8F-EA64AD78E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3080" y="78670"/>
            <a:ext cx="7906384" cy="67006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669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86371-821A-0C1F-FF77-BB79AB14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5F972B-9472-0334-2619-2D927DB96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A2C3C4-6A43-12EC-5716-8752A417F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891099-3D87-78CA-F662-218CF520D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46C8D4-C396-2556-9B0B-4EFC0328E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B21A89-DF00-674B-F6AF-B431AD34F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Benefits that comes along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F90541-EC50-0938-9DEF-51735441DA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 descr="A diagram of a company's compliance&#10;&#10;Description automatically generated">
            <a:extLst>
              <a:ext uri="{FF2B5EF4-FFF2-40B4-BE49-F238E27FC236}">
                <a16:creationId xmlns:a16="http://schemas.microsoft.com/office/drawing/2014/main" id="{99C8E976-BA94-3AC6-19A8-F5C9D768E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79278"/>
            <a:ext cx="7162800" cy="51615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069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Statement of Applicability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4F4A4F-D744-ACA4-98AC-E88CBA6008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F4787DC-6968-11E6-8E75-85764A7D7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350579"/>
              </p:ext>
            </p:extLst>
          </p:nvPr>
        </p:nvGraphicFramePr>
        <p:xfrm>
          <a:off x="4572000" y="2819400"/>
          <a:ext cx="27432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597" imgH="806406" progId="Excel.Sheet.12">
                  <p:embed/>
                </p:oleObj>
              </mc:Choice>
              <mc:Fallback>
                <p:oleObj name="Worksheet" showAsIcon="1" r:id="rId2" imgW="914597" imgH="806406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F4787DC-6968-11E6-8E75-85764A7D7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0" y="2819400"/>
                        <a:ext cx="2743200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30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C799B-1E18-963F-66C4-21B05884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1C3040-325E-F6F4-54C2-ECF8AB9F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02AF04-BFAF-EBAA-C678-21C60C1F4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9F2A31-DB77-BEBA-2220-BB1D8E728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265E1A-685D-B299-BA45-D8B2052F3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8B38B1-F5F5-4E61-47AF-A62608B40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ISO 42001:2023 – Annexure A to D – Detailed Coverage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D734FB-E14D-9626-5721-C07D60C4EFA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1314123-1869-A921-C030-D5B6DF315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206069"/>
              </p:ext>
            </p:extLst>
          </p:nvPr>
        </p:nvGraphicFramePr>
        <p:xfrm>
          <a:off x="4210297" y="2257879"/>
          <a:ext cx="3733800" cy="3293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597" imgH="806406" progId="Word.Document.12">
                  <p:embed/>
                </p:oleObj>
              </mc:Choice>
              <mc:Fallback>
                <p:oleObj name="Document" showAsIcon="1" r:id="rId2" imgW="914597" imgH="806406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1314123-1869-A921-C030-D5B6DF3157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0297" y="2257879"/>
                        <a:ext cx="3733800" cy="3293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244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760C0-165B-D47C-0CFE-458DAEE8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21AE7F7-B8A8-ABD9-3C98-9FE173862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47091-92AE-F69A-1363-631187C67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6FB80-7159-41BF-8B32-3D4F9D52B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5F21C6-9431-721B-00EA-8F05230F9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29C561-26D3-50FC-C492-3F3777BB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8143"/>
            <a:ext cx="4572235" cy="1378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82A5C-B701-B288-3176-01B740AB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53" y="1828800"/>
            <a:ext cx="11808494" cy="417317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76016A-533B-B1A5-A44E-0CFF26B7D2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HARPREET SINGH - SECURITY ARCHITECT/ISO AUDITOR</a:t>
            </a:r>
          </a:p>
        </p:txBody>
      </p:sp>
    </p:spTree>
    <p:extLst>
      <p:ext uri="{BB962C8B-B14F-4D97-AF65-F5344CB8AC3E}">
        <p14:creationId xmlns:p14="http://schemas.microsoft.com/office/powerpoint/2010/main" val="105385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29A9A-C517-B184-7787-6812057E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30DD6F2-FF61-33EB-9FC6-AE631E517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DE987A-E129-048F-0ED9-9FAA0A3CD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A20FB-A209-F88C-CFAC-0ED161607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677314-DFC5-3406-0EF7-4B50BBFF4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73B9F5-B1F6-C478-478D-6FBC5195C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ISO 42001:2023 – Potential AI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0112A4-7E70-3EAB-2B41-CFAAB4B108A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A55CE-3BA0-B80A-5CCB-7D3F6A70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48" y="1317275"/>
            <a:ext cx="9456658" cy="48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6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0FFFE-B5E6-D7D3-DC3D-1AB79799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F47596-57AA-E6FD-55AA-1E7E4CC09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06524-4715-0FE7-C888-6020F5264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26CAC7-A4F0-88EB-7C81-D800A79E5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77416B-4CF5-4185-FFC3-F68732FD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E7CB13-D788-431D-20D1-689ECAE97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ISO 42001:2023 – Potential AI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4E6792-5E76-AAEF-F19A-2B8AFB687E0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B1EF6-2B8A-620A-E55D-0429C8FF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56" y="1219200"/>
            <a:ext cx="9601200" cy="481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3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089F9-02F4-C922-2CA6-C0510B9C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074CEB-1F04-4CE9-F880-561FB58B9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C7C0C2-4BA3-6AD8-9965-295D95B2C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1E59F-7150-6132-430B-7733757E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9B6D15-DEB7-74B6-9D13-CD6679DD9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606E0D-98E2-3FC0-5C22-D6F237761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ISO 42001:2023 – Potential AI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E92307-481D-BC00-D234-DB2F25F4D2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254FF2-FA6A-0880-0B1C-23D9BD12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324536"/>
            <a:ext cx="9913858" cy="501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9FB8C-7CB4-EAA8-1409-8923036D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130C12-AE8F-5F35-BBA2-B063112BD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203E6A-0644-BEDF-FA43-3D6156D0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51EA4F-F647-06BF-D0EC-DF205D16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8C26C3-7C84-D97F-5417-7E627BC51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67D225-78E6-D3E1-B2E7-A23149E84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ISO 42001:2023 – Potential AI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9ECCFA-3491-A4E2-F4D2-7BDEEF65AF2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31DF3-1E8C-D343-89B2-04FD40FA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54" y="1257300"/>
            <a:ext cx="1073423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1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03F05-8935-871C-710B-294A2228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C179BB0-44EA-EAD9-D541-C4B06E4E4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0AFA9-D9D0-129D-2431-CED34A73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C0AD36-2D60-5B55-5947-F06534C1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87801C-1005-2676-2858-DE664491B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C1D022-79C1-5815-EC85-2F793FBA2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ISO 42001:2023 – Potential AI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D99D64-F0E6-0301-397C-12F01999A9F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6059D-6F66-7B52-C7C6-FD75BCDA6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7" y="1295400"/>
            <a:ext cx="11328902" cy="38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6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53947-C41A-CF15-B37B-277075E0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DA344AA-0725-384F-56CF-753B3479B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3BAC0-DF20-9A4E-0C26-597ED05B8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BAA708-17F3-673D-A234-1F74846C3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DE0E4D-DD61-BD87-9632-B59E839CD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35565D-4BD2-F9B7-9E00-809E4CBFD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AI Risk Mitigation Framework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84A836-B04B-1917-4DB9-FAE253E225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1B1CB-86EA-C32E-4520-E17E5194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6" y="1657331"/>
            <a:ext cx="5677192" cy="3467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9D3B61-0D7D-DFC1-E807-1527E7758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177" y="2659184"/>
            <a:ext cx="5721644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7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59816-EB2C-8F0F-B106-DD3FDFFF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53528-82D1-8FE1-AFBA-63C3872AA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081478-BA34-0B9F-A363-E51643E6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DEB09B-550C-B118-4CF5-DDA7A338D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BA9BAB-C989-6D01-36F8-687FF388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80F5A23-9368-2F67-9D97-0D61447D9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AI Risk Mitigation Framework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4D6E6D-8163-795F-C998-66162ADD1D7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FF308-6DAD-7CD7-EF76-B5E86B54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8" y="1396352"/>
            <a:ext cx="9067800" cy="451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4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EC404-1241-AFFF-02A3-8A2E0FD8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68D1EFC-98D9-A1BC-27E7-42BEBFC9A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55A67F-1401-4DC5-0B60-10FD0D1D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20D2D-EE58-21D0-6D84-3BAF014FB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510050-5A7F-988A-FD62-9C5397312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BD5A7E-6F44-02EF-0667-9A2C509E6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AI Risk Mitigation Framework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69A28C-4C4C-90C1-23FD-836175DEBE9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7BCA5-8985-3500-1C0E-0D740DEF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017" y="1219200"/>
            <a:ext cx="7524383" cy="496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961BD-B9D8-F021-796C-8F3A5DBE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1794AF-3660-9B92-B2D3-066679761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666F5-8117-365C-F932-DBCD50150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FAE5F-EA87-CD89-A5C0-F36FD7A20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3366DB-CCD1-E891-B382-1505EE64A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747A41-12E9-D0CA-8F08-1F05ED3AC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AI Risk Mitigation Framework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5CEB73-1003-6EA6-11C8-04E1968594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36364-DC71-BBCE-9609-C7C8099F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15" y="1219201"/>
            <a:ext cx="6927728" cy="3505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67CC9-80E3-8F55-F1E9-44116E9C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646451"/>
            <a:ext cx="6617189" cy="252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9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7708A-A44B-7672-5091-B5AC0BCC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3AD6422-9E0F-1BA3-91C8-D4ECD943A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2835-A262-F9F7-F9E3-8B2C7B65B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94D8DE-F295-078A-D6C9-8E464FFD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9CC349-FD3C-89BE-7539-8D7C0EE70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E90B1A-C876-4488-3778-41AE49195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111112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369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ISO 42001:2023 – Baseline for Commercials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DE6B42-1967-F0DB-4AF5-2C1A19911EE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42657" y="6343898"/>
            <a:ext cx="3901440" cy="342900"/>
          </a:xfrm>
        </p:spPr>
        <p:txBody>
          <a:bodyPr/>
          <a:lstStyle/>
          <a:p>
            <a:r>
              <a:rPr lang="en-US" dirty="0"/>
              <a:t>HARPREET SINGH - SECURITY ARCHITECT/ISO AUDITOR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32C0F-0788-91B6-9D79-E9F648ED2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38" y="1143000"/>
            <a:ext cx="8446523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6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5600" b="0" kern="1200" spc="-1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5600" b="0" kern="1200" spc="-22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600" b="0" kern="1200" spc="-1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You</a:t>
            </a:r>
            <a:endParaRPr lang="en-US" sz="5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rcRect l="66465" r="14878" b="-2"/>
          <a:stretch/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4" name="object 4" descr="A hand holding a hand with icons&#10;&#10;Description automatically generated"/>
          <p:cNvPicPr/>
          <p:nvPr/>
        </p:nvPicPr>
        <p:blipFill>
          <a:blip r:embed="rId3" cstate="print"/>
          <a:srcRect l="4297" r="16708" b="2"/>
          <a:stretch/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8E0B-6AB6-26EC-DF06-D4AD876B722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859713" y="6025942"/>
            <a:ext cx="34972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r>
              <a:rPr lang="en-US" sz="100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HARPREET SINGH - SECURITY ARCHITECT/ISO AUDITOR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E9E6F89DA5C44E98F3FB8668A1B006" ma:contentTypeVersion="14" ma:contentTypeDescription="Create a new document." ma:contentTypeScope="" ma:versionID="5a19ef5d7efe4a8c5e62c40f110fec47">
  <xsd:schema xmlns:xsd="http://www.w3.org/2001/XMLSchema" xmlns:xs="http://www.w3.org/2001/XMLSchema" xmlns:p="http://schemas.microsoft.com/office/2006/metadata/properties" xmlns:ns3="80db5e58-b5a7-4637-9dbf-b27d24f9087d" xmlns:ns4="d423a498-619b-40e7-9de1-a7f5d899ab3d" targetNamespace="http://schemas.microsoft.com/office/2006/metadata/properties" ma:root="true" ma:fieldsID="abdd3266a68ec5778aefcc7e51370881" ns3:_="" ns4:_="">
    <xsd:import namespace="80db5e58-b5a7-4637-9dbf-b27d24f9087d"/>
    <xsd:import namespace="d423a498-619b-40e7-9de1-a7f5d899ab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db5e58-b5a7-4637-9dbf-b27d24f908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3a498-619b-40e7-9de1-a7f5d899ab3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db5e58-b5a7-4637-9dbf-b27d24f908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DEA130-1F19-4C5D-9BA4-1233DDB2A1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db5e58-b5a7-4637-9dbf-b27d24f9087d"/>
    <ds:schemaRef ds:uri="d423a498-619b-40e7-9de1-a7f5d899ab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8E951C-673F-4AC1-B7B4-C847A5D15A02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d423a498-619b-40e7-9de1-a7f5d899ab3d"/>
    <ds:schemaRef ds:uri="80db5e58-b5a7-4637-9dbf-b27d24f9087d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1099C44-161D-439C-9B3F-E318847D2F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</TotalTime>
  <Words>443</Words>
  <Application>Microsoft Office PowerPoint</Application>
  <PresentationFormat>Widescreen</PresentationFormat>
  <Paragraphs>60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Worksheet</vt:lpstr>
      <vt:lpstr>Document</vt:lpstr>
      <vt:lpstr>PowerPoint Presentation</vt:lpstr>
      <vt:lpstr>              ISO 42001:2023 – What is it ?</vt:lpstr>
      <vt:lpstr>ISO 42001:2023   - Why is it required  - What value does it add  - Baseline Standards that it offers  </vt:lpstr>
      <vt:lpstr>            ISO 42001:2023 –  Clauses 1 to 3</vt:lpstr>
      <vt:lpstr>            ISO 42001:2023 –  Clauses &amp; Controls</vt:lpstr>
      <vt:lpstr>  ISO 42001:2023 –  Workflow for an ISO Audit</vt:lpstr>
      <vt:lpstr>          ISO 42001:2023 –  The anatomy of SOA</vt:lpstr>
      <vt:lpstr>     ISO 42001:2023 Key Components in Scope</vt:lpstr>
      <vt:lpstr>   ISO 42001:2023 – Benefits that comes along</vt:lpstr>
      <vt:lpstr>   ISO 42001:2023 – Statement of Applicability</vt:lpstr>
      <vt:lpstr>ISO 42001:2023 – Annexure A to D – Detailed Coverage</vt:lpstr>
      <vt:lpstr>PowerPoint Presentation</vt:lpstr>
      <vt:lpstr>           ISO 42001:2023 – Potential AI Risks</vt:lpstr>
      <vt:lpstr>           ISO 42001:2023 – Potential AI Risks</vt:lpstr>
      <vt:lpstr>           ISO 42001:2023 – Potential AI Risks</vt:lpstr>
      <vt:lpstr>           ISO 42001:2023 – Potential AI Risks</vt:lpstr>
      <vt:lpstr>           ISO 42001:2023 – Potential AI Risks</vt:lpstr>
      <vt:lpstr>   ISO 42001:2023 – AI Risk Mitigation Framework</vt:lpstr>
      <vt:lpstr>   ISO 42001:2023 – AI Risk Mitigation Framework</vt:lpstr>
      <vt:lpstr>   ISO 42001:2023 – AI Risk Mitigation Framework</vt:lpstr>
      <vt:lpstr>   ISO 42001:2023 – AI Risk Mitigation Framework</vt:lpstr>
      <vt:lpstr>   ISO 42001:2023 – Baseline for Commercials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Nuvem Labs  Cybersecurity offerings</dc:title>
  <dc:creator>Tanver Alam</dc:creator>
  <cp:lastModifiedBy>Harpreet Singh</cp:lastModifiedBy>
  <cp:revision>7</cp:revision>
  <dcterms:created xsi:type="dcterms:W3CDTF">2024-03-11T06:45:19Z</dcterms:created>
  <dcterms:modified xsi:type="dcterms:W3CDTF">2025-05-01T10:39:24Z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2024-03-11T00:00:00Z</vt:filetime>
  </property>
  <property fmtid="{D5CDD505-2E9C-101B-9397-08002B2CF9AE}" pid="5" name="Producer">
    <vt:lpwstr>www.ilovepdf.com</vt:lpwstr>
  </property>
  <property fmtid="{D5CDD505-2E9C-101B-9397-08002B2CF9AE}" pid="6" name="ContentTypeId">
    <vt:lpwstr>0x01010018E9E6F89DA5C44E98F3FB8668A1B006</vt:lpwstr>
  </property>
</Properties>
</file>